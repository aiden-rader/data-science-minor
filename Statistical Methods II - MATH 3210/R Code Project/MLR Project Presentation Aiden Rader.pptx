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1" r:id="rId4"/>
    <p:sldId id="265" r:id="rId5"/>
    <p:sldId id="263" r:id="rId6"/>
    <p:sldId id="272" r:id="rId7"/>
    <p:sldId id="273" r:id="rId8"/>
    <p:sldId id="264" r:id="rId9"/>
    <p:sldId id="274" r:id="rId10"/>
    <p:sldId id="266" r:id="rId11"/>
    <p:sldId id="267" r:id="rId12"/>
    <p:sldId id="268" r:id="rId13"/>
    <p:sldId id="270" r:id="rId14"/>
    <p:sldId id="26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4D6AB5-B073-41EE-86D5-60144066D04E}" v="614" dt="2026-04-21T02:59:43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0339" autoAdjust="0"/>
  </p:normalViewPr>
  <p:slideViewPr>
    <p:cSldViewPr snapToGrid="0">
      <p:cViewPr>
        <p:scale>
          <a:sx n="58" d="100"/>
          <a:sy n="58" d="100"/>
        </p:scale>
        <p:origin x="1618" y="3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er, Aiden P" userId="839e04d7-056c-4a33-b562-ff30c0b4fefe" providerId="ADAL" clId="{235D96D8-1753-47B6-89AC-7B450B062254}"/>
    <pc:docChg chg="undo redo custSel addSld delSld modSld sldOrd">
      <pc:chgData name="Rader, Aiden P" userId="839e04d7-056c-4a33-b562-ff30c0b4fefe" providerId="ADAL" clId="{235D96D8-1753-47B6-89AC-7B450B062254}" dt="2026-04-21T03:03:03.528" v="9451" actId="1076"/>
      <pc:docMkLst>
        <pc:docMk/>
      </pc:docMkLst>
      <pc:sldChg chg="addSp delSp modSp new mod ord setBg addAnim delAnim modAnim setClrOvrMap modNotesTx">
        <pc:chgData name="Rader, Aiden P" userId="839e04d7-056c-4a33-b562-ff30c0b4fefe" providerId="ADAL" clId="{235D96D8-1753-47B6-89AC-7B450B062254}" dt="2026-04-21T02:47:44.583" v="9400" actId="20577"/>
        <pc:sldMkLst>
          <pc:docMk/>
          <pc:sldMk cId="4018398328" sldId="256"/>
        </pc:sldMkLst>
        <pc:spChg chg="mod">
          <ac:chgData name="Rader, Aiden P" userId="839e04d7-056c-4a33-b562-ff30c0b4fefe" providerId="ADAL" clId="{235D96D8-1753-47B6-89AC-7B450B062254}" dt="2026-04-21T02:47:44.583" v="9400" actId="20577"/>
          <ac:spMkLst>
            <pc:docMk/>
            <pc:sldMk cId="4018398328" sldId="256"/>
            <ac:spMk id="2" creationId="{95974536-D0A6-A4F9-34ED-AFDE9B2B9A6F}"/>
          </ac:spMkLst>
        </pc:spChg>
        <pc:spChg chg="mod">
          <ac:chgData name="Rader, Aiden P" userId="839e04d7-056c-4a33-b562-ff30c0b4fefe" providerId="ADAL" clId="{235D96D8-1753-47B6-89AC-7B450B062254}" dt="2026-04-20T00:59:55.168" v="2430" actId="26606"/>
          <ac:spMkLst>
            <pc:docMk/>
            <pc:sldMk cId="4018398328" sldId="256"/>
            <ac:spMk id="3" creationId="{4D7C2792-A60F-083A-808A-10A0FA8D83E0}"/>
          </ac:spMkLst>
        </pc:spChg>
        <pc:spChg chg="add del">
          <ac:chgData name="Rader, Aiden P" userId="839e04d7-056c-4a33-b562-ff30c0b4fefe" providerId="ADAL" clId="{235D96D8-1753-47B6-89AC-7B450B062254}" dt="2026-04-20T00:51:44.120" v="2410" actId="26606"/>
          <ac:spMkLst>
            <pc:docMk/>
            <pc:sldMk cId="4018398328" sldId="256"/>
            <ac:spMk id="9" creationId="{71B2258F-86CA-4D4D-8270-BC05FCDEBFB3}"/>
          </ac:spMkLst>
        </pc:spChg>
        <pc:spChg chg="add del">
          <ac:chgData name="Rader, Aiden P" userId="839e04d7-056c-4a33-b562-ff30c0b4fefe" providerId="ADAL" clId="{235D96D8-1753-47B6-89AC-7B450B062254}" dt="2026-04-20T00:59:55.168" v="2430" actId="26606"/>
          <ac:spMkLst>
            <pc:docMk/>
            <pc:sldMk cId="4018398328" sldId="256"/>
            <ac:spMk id="11" creationId="{71B2258F-86CA-4D4D-8270-BC05FCDEBFB3}"/>
          </ac:spMkLst>
        </pc:spChg>
        <pc:spChg chg="add del">
          <ac:chgData name="Rader, Aiden P" userId="839e04d7-056c-4a33-b562-ff30c0b4fefe" providerId="ADAL" clId="{235D96D8-1753-47B6-89AC-7B450B062254}" dt="2026-04-20T00:59:44.799" v="2427" actId="26606"/>
          <ac:spMkLst>
            <pc:docMk/>
            <pc:sldMk cId="4018398328" sldId="256"/>
            <ac:spMk id="13" creationId="{657F69E0-C4B0-4BEC-A689-4F8D877F05D4}"/>
          </ac:spMkLst>
        </pc:spChg>
        <pc:spChg chg="add del">
          <ac:chgData name="Rader, Aiden P" userId="839e04d7-056c-4a33-b562-ff30c0b4fefe" providerId="ADAL" clId="{235D96D8-1753-47B6-89AC-7B450B062254}" dt="2026-04-20T00:51:21.045" v="2397" actId="26606"/>
          <ac:spMkLst>
            <pc:docMk/>
            <pc:sldMk cId="4018398328" sldId="256"/>
            <ac:spMk id="14" creationId="{657F69E0-C4B0-4BEC-A689-4F8D877F05D4}"/>
          </ac:spMkLst>
        </pc:spChg>
        <pc:spChg chg="add del">
          <ac:chgData name="Rader, Aiden P" userId="839e04d7-056c-4a33-b562-ff30c0b4fefe" providerId="ADAL" clId="{235D96D8-1753-47B6-89AC-7B450B062254}" dt="2026-04-20T00:59:44.799" v="2427" actId="26606"/>
          <ac:spMkLst>
            <pc:docMk/>
            <pc:sldMk cId="4018398328" sldId="256"/>
            <ac:spMk id="15" creationId="{9F6380B4-6A1C-481E-8408-B4E6C75B9B81}"/>
          </ac:spMkLst>
        </pc:spChg>
        <pc:spChg chg="add del">
          <ac:chgData name="Rader, Aiden P" userId="839e04d7-056c-4a33-b562-ff30c0b4fefe" providerId="ADAL" clId="{235D96D8-1753-47B6-89AC-7B450B062254}" dt="2026-04-20T00:51:21.045" v="2397" actId="26606"/>
          <ac:spMkLst>
            <pc:docMk/>
            <pc:sldMk cId="4018398328" sldId="256"/>
            <ac:spMk id="16" creationId="{9F6380B4-6A1C-481E-8408-B4E6C75B9B81}"/>
          </ac:spMkLst>
        </pc:spChg>
        <pc:spChg chg="add">
          <ac:chgData name="Rader, Aiden P" userId="839e04d7-056c-4a33-b562-ff30c0b4fefe" providerId="ADAL" clId="{235D96D8-1753-47B6-89AC-7B450B062254}" dt="2026-04-20T00:59:55.168" v="2430" actId="26606"/>
          <ac:spMkLst>
            <pc:docMk/>
            <pc:sldMk cId="4018398328" sldId="256"/>
            <ac:spMk id="17" creationId="{657F69E0-C4B0-4BEC-A689-4F8D877F05D4}"/>
          </ac:spMkLst>
        </pc:spChg>
        <pc:spChg chg="add del">
          <ac:chgData name="Rader, Aiden P" userId="839e04d7-056c-4a33-b562-ff30c0b4fefe" providerId="ADAL" clId="{235D96D8-1753-47B6-89AC-7B450B062254}" dt="2026-04-20T00:51:26.385" v="2399" actId="26606"/>
          <ac:spMkLst>
            <pc:docMk/>
            <pc:sldMk cId="4018398328" sldId="256"/>
            <ac:spMk id="18" creationId="{D47766EE-4192-4B2D-A5A0-F60F9A5F743F}"/>
          </ac:spMkLst>
        </pc:spChg>
        <pc:spChg chg="add del">
          <ac:chgData name="Rader, Aiden P" userId="839e04d7-056c-4a33-b562-ff30c0b4fefe" providerId="ADAL" clId="{235D96D8-1753-47B6-89AC-7B450B062254}" dt="2026-04-20T00:51:26.385" v="2399" actId="26606"/>
          <ac:spMkLst>
            <pc:docMk/>
            <pc:sldMk cId="4018398328" sldId="256"/>
            <ac:spMk id="19" creationId="{D6705569-F545-4F47-A260-A9202826EA20}"/>
          </ac:spMkLst>
        </pc:spChg>
        <pc:spChg chg="add">
          <ac:chgData name="Rader, Aiden P" userId="839e04d7-056c-4a33-b562-ff30c0b4fefe" providerId="ADAL" clId="{235D96D8-1753-47B6-89AC-7B450B062254}" dt="2026-04-20T00:59:55.168" v="2430" actId="26606"/>
          <ac:spMkLst>
            <pc:docMk/>
            <pc:sldMk cId="4018398328" sldId="256"/>
            <ac:spMk id="20" creationId="{9F6380B4-6A1C-481E-8408-B4E6C75B9B81}"/>
          </ac:spMkLst>
        </pc:spChg>
        <pc:spChg chg="add del">
          <ac:chgData name="Rader, Aiden P" userId="839e04d7-056c-4a33-b562-ff30c0b4fefe" providerId="ADAL" clId="{235D96D8-1753-47B6-89AC-7B450B062254}" dt="2026-04-20T00:51:41.522" v="2407" actId="26606"/>
          <ac:spMkLst>
            <pc:docMk/>
            <pc:sldMk cId="4018398328" sldId="256"/>
            <ac:spMk id="21" creationId="{06DA9DF9-31F7-4056-B42E-878CC92417B8}"/>
          </ac:spMkLst>
        </pc:spChg>
        <pc:picChg chg="add del mod ord">
          <ac:chgData name="Rader, Aiden P" userId="839e04d7-056c-4a33-b562-ff30c0b4fefe" providerId="ADAL" clId="{235D96D8-1753-47B6-89AC-7B450B062254}" dt="2026-04-20T00:51:44.120" v="2410" actId="26606"/>
          <ac:picMkLst>
            <pc:docMk/>
            <pc:sldMk cId="4018398328" sldId="256"/>
            <ac:picMk id="5" creationId="{0783FF06-8F63-CBAF-32A3-72ABA8E63984}"/>
          </ac:picMkLst>
        </pc:picChg>
        <pc:picChg chg="add mod ord">
          <ac:chgData name="Rader, Aiden P" userId="839e04d7-056c-4a33-b562-ff30c0b4fefe" providerId="ADAL" clId="{235D96D8-1753-47B6-89AC-7B450B062254}" dt="2026-04-20T00:59:55.168" v="2430" actId="26606"/>
          <ac:picMkLst>
            <pc:docMk/>
            <pc:sldMk cId="4018398328" sldId="256"/>
            <ac:picMk id="6" creationId="{40848881-7F79-DDA5-85F0-CCCD75B53E18}"/>
          </ac:picMkLst>
        </pc:picChg>
      </pc:sldChg>
      <pc:sldChg chg="addSp modSp new mod setBg modNotesTx">
        <pc:chgData name="Rader, Aiden P" userId="839e04d7-056c-4a33-b562-ff30c0b4fefe" providerId="ADAL" clId="{235D96D8-1753-47B6-89AC-7B450B062254}" dt="2026-04-21T02:20:09.209" v="8221" actId="20577"/>
        <pc:sldMkLst>
          <pc:docMk/>
          <pc:sldMk cId="4103166916" sldId="257"/>
        </pc:sldMkLst>
        <pc:spChg chg="mod">
          <ac:chgData name="Rader, Aiden P" userId="839e04d7-056c-4a33-b562-ff30c0b4fefe" providerId="ADAL" clId="{235D96D8-1753-47B6-89AC-7B450B062254}" dt="2026-04-20T01:01:10.449" v="2434" actId="26606"/>
          <ac:spMkLst>
            <pc:docMk/>
            <pc:sldMk cId="4103166916" sldId="257"/>
            <ac:spMk id="2" creationId="{A8EB8758-9042-0AEE-F58A-CCB0DCE7AB9D}"/>
          </ac:spMkLst>
        </pc:spChg>
        <pc:spChg chg="mod">
          <ac:chgData name="Rader, Aiden P" userId="839e04d7-056c-4a33-b562-ff30c0b4fefe" providerId="ADAL" clId="{235D96D8-1753-47B6-89AC-7B450B062254}" dt="2026-04-21T02:00:08.242" v="7327" actId="20577"/>
          <ac:spMkLst>
            <pc:docMk/>
            <pc:sldMk cId="4103166916" sldId="257"/>
            <ac:spMk id="3" creationId="{2BC174CB-2351-0B9D-EFAC-54A79EC04FFB}"/>
          </ac:spMkLst>
        </pc:spChg>
        <pc:spChg chg="add">
          <ac:chgData name="Rader, Aiden P" userId="839e04d7-056c-4a33-b562-ff30c0b4fefe" providerId="ADAL" clId="{235D96D8-1753-47B6-89AC-7B450B062254}" dt="2026-04-20T01:01:10.449" v="2434" actId="26606"/>
          <ac:spMkLst>
            <pc:docMk/>
            <pc:sldMk cId="4103166916" sldId="257"/>
            <ac:spMk id="10" creationId="{B14C2221-2B8C-494D-9442-F812DF4E8794}"/>
          </ac:spMkLst>
        </pc:spChg>
        <pc:picChg chg="add">
          <ac:chgData name="Rader, Aiden P" userId="839e04d7-056c-4a33-b562-ff30c0b4fefe" providerId="ADAL" clId="{235D96D8-1753-47B6-89AC-7B450B062254}" dt="2026-04-20T01:01:10.449" v="2434" actId="26606"/>
          <ac:picMkLst>
            <pc:docMk/>
            <pc:sldMk cId="4103166916" sldId="257"/>
            <ac:picMk id="7" creationId="{BCE4053E-D6CB-8420-4755-5CE3A7B3F9AA}"/>
          </ac:picMkLst>
        </pc:picChg>
      </pc:sldChg>
      <pc:sldChg chg="modSp new del mod ord">
        <pc:chgData name="Rader, Aiden P" userId="839e04d7-056c-4a33-b562-ff30c0b4fefe" providerId="ADAL" clId="{235D96D8-1753-47B6-89AC-7B450B062254}" dt="2026-04-20T01:05:07.933" v="2444" actId="47"/>
        <pc:sldMkLst>
          <pc:docMk/>
          <pc:sldMk cId="4151664927" sldId="258"/>
        </pc:sldMkLst>
      </pc:sldChg>
      <pc:sldChg chg="addSp delSp modSp new mod modClrScheme chgLayout modNotesTx">
        <pc:chgData name="Rader, Aiden P" userId="839e04d7-056c-4a33-b562-ff30c0b4fefe" providerId="ADAL" clId="{235D96D8-1753-47B6-89AC-7B450B062254}" dt="2026-04-21T02:32:35.988" v="9359" actId="20577"/>
        <pc:sldMkLst>
          <pc:docMk/>
          <pc:sldMk cId="389663997" sldId="260"/>
        </pc:sldMkLst>
        <pc:spChg chg="mod ord">
          <ac:chgData name="Rader, Aiden P" userId="839e04d7-056c-4a33-b562-ff30c0b4fefe" providerId="ADAL" clId="{235D96D8-1753-47B6-89AC-7B450B062254}" dt="2026-04-21T01:48:19.254" v="6849" actId="700"/>
          <ac:spMkLst>
            <pc:docMk/>
            <pc:sldMk cId="389663997" sldId="260"/>
            <ac:spMk id="2" creationId="{B35300F3-2623-98E2-563D-30B545CB8499}"/>
          </ac:spMkLst>
        </pc:spChg>
        <pc:spChg chg="add del mod ord">
          <ac:chgData name="Rader, Aiden P" userId="839e04d7-056c-4a33-b562-ff30c0b4fefe" providerId="ADAL" clId="{235D96D8-1753-47B6-89AC-7B450B062254}" dt="2026-04-21T01:50:13.708" v="7151" actId="26606"/>
          <ac:spMkLst>
            <pc:docMk/>
            <pc:sldMk cId="389663997" sldId="260"/>
            <ac:spMk id="3" creationId="{011ECB76-0883-FC8C-B805-C70CA5D351A0}"/>
          </ac:spMkLst>
        </pc:spChg>
        <pc:spChg chg="add">
          <ac:chgData name="Rader, Aiden P" userId="839e04d7-056c-4a33-b562-ff30c0b4fefe" providerId="ADAL" clId="{235D96D8-1753-47B6-89AC-7B450B062254}" dt="2026-04-21T01:47:24.016" v="6815"/>
          <ac:spMkLst>
            <pc:docMk/>
            <pc:sldMk cId="389663997" sldId="260"/>
            <ac:spMk id="4" creationId="{7BBA807B-7733-A7BF-8B81-AC9CB694DCBE}"/>
          </ac:spMkLst>
        </pc:spChg>
        <pc:spChg chg="add mod ord">
          <ac:chgData name="Rader, Aiden P" userId="839e04d7-056c-4a33-b562-ff30c0b4fefe" providerId="ADAL" clId="{235D96D8-1753-47B6-89AC-7B450B062254}" dt="2026-04-21T01:53:36.633" v="7199" actId="1076"/>
          <ac:spMkLst>
            <pc:docMk/>
            <pc:sldMk cId="389663997" sldId="260"/>
            <ac:spMk id="5" creationId="{5CC3D355-86C7-B0E1-8858-5A718B7EE69B}"/>
          </ac:spMkLst>
        </pc:spChg>
        <pc:graphicFrameChg chg="add del mod modGraphic">
          <ac:chgData name="Rader, Aiden P" userId="839e04d7-056c-4a33-b562-ff30c0b4fefe" providerId="ADAL" clId="{235D96D8-1753-47B6-89AC-7B450B062254}" dt="2026-04-21T02:07:27.507" v="7380" actId="20577"/>
          <ac:graphicFrameMkLst>
            <pc:docMk/>
            <pc:sldMk cId="389663997" sldId="260"/>
            <ac:graphicFrameMk id="7" creationId="{5FAF79E2-B82D-4DBF-71FA-BAF48ECF1D93}"/>
          </ac:graphicFrameMkLst>
        </pc:graphicFrameChg>
      </pc:sldChg>
      <pc:sldChg chg="addSp delSp modSp new mod ord setBg modNotesTx">
        <pc:chgData name="Rader, Aiden P" userId="839e04d7-056c-4a33-b562-ff30c0b4fefe" providerId="ADAL" clId="{235D96D8-1753-47B6-89AC-7B450B062254}" dt="2026-04-21T02:08:16.315" v="7391" actId="403"/>
        <pc:sldMkLst>
          <pc:docMk/>
          <pc:sldMk cId="3006009346" sldId="261"/>
        </pc:sldMkLst>
        <pc:spChg chg="mod">
          <ac:chgData name="Rader, Aiden P" userId="839e04d7-056c-4a33-b562-ff30c0b4fefe" providerId="ADAL" clId="{235D96D8-1753-47B6-89AC-7B450B062254}" dt="2026-04-20T01:11:50.567" v="2538" actId="208"/>
          <ac:spMkLst>
            <pc:docMk/>
            <pc:sldMk cId="3006009346" sldId="261"/>
            <ac:spMk id="2" creationId="{B3326499-300A-A614-BB85-53BE8CA7B924}"/>
          </ac:spMkLst>
        </pc:spChg>
        <pc:spChg chg="add del mod">
          <ac:chgData name="Rader, Aiden P" userId="839e04d7-056c-4a33-b562-ff30c0b4fefe" providerId="ADAL" clId="{235D96D8-1753-47B6-89AC-7B450B062254}" dt="2026-04-20T01:07:02.366" v="2491" actId="478"/>
          <ac:spMkLst>
            <pc:docMk/>
            <pc:sldMk cId="3006009346" sldId="261"/>
            <ac:spMk id="5" creationId="{08977C59-26AE-28FF-CEF1-80ED9F783B7B}"/>
          </ac:spMkLst>
        </pc:spChg>
        <pc:spChg chg="add del mod">
          <ac:chgData name="Rader, Aiden P" userId="839e04d7-056c-4a33-b562-ff30c0b4fefe" providerId="ADAL" clId="{235D96D8-1753-47B6-89AC-7B450B062254}" dt="2026-04-20T01:10:49.568" v="2533" actId="478"/>
          <ac:spMkLst>
            <pc:docMk/>
            <pc:sldMk cId="3006009346" sldId="261"/>
            <ac:spMk id="9" creationId="{4EEBE3F5-B207-5FF4-ACA6-2B9A22DDAA66}"/>
          </ac:spMkLst>
        </pc:spChg>
        <pc:spChg chg="add mod">
          <ac:chgData name="Rader, Aiden P" userId="839e04d7-056c-4a33-b562-ff30c0b4fefe" providerId="ADAL" clId="{235D96D8-1753-47B6-89AC-7B450B062254}" dt="2026-04-20T01:12:37.005" v="2539" actId="20577"/>
          <ac:spMkLst>
            <pc:docMk/>
            <pc:sldMk cId="3006009346" sldId="261"/>
            <ac:spMk id="10" creationId="{8C2F39EE-06FC-6E10-A475-ED89EC7C47BA}"/>
          </ac:spMkLst>
        </pc:spChg>
        <pc:spChg chg="add del">
          <ac:chgData name="Rader, Aiden P" userId="839e04d7-056c-4a33-b562-ff30c0b4fefe" providerId="ADAL" clId="{235D96D8-1753-47B6-89AC-7B450B062254}" dt="2026-04-20T01:10:03.221" v="2527" actId="26606"/>
          <ac:spMkLst>
            <pc:docMk/>
            <pc:sldMk cId="3006009346" sldId="261"/>
            <ac:spMk id="11" creationId="{BCED4D40-4B67-4331-AC48-79B82B4A47D8}"/>
          </ac:spMkLst>
        </pc:spChg>
        <pc:spChg chg="add del">
          <ac:chgData name="Rader, Aiden P" userId="839e04d7-056c-4a33-b562-ff30c0b4fefe" providerId="ADAL" clId="{235D96D8-1753-47B6-89AC-7B450B062254}" dt="2026-04-20T01:10:03.221" v="2527" actId="26606"/>
          <ac:spMkLst>
            <pc:docMk/>
            <pc:sldMk cId="3006009346" sldId="261"/>
            <ac:spMk id="12" creationId="{670CEDEF-4F34-412E-84EE-329C1E936AF5}"/>
          </ac:spMkLst>
        </pc:spChg>
        <pc:spChg chg="add del">
          <ac:chgData name="Rader, Aiden P" userId="839e04d7-056c-4a33-b562-ff30c0b4fefe" providerId="ADAL" clId="{235D96D8-1753-47B6-89AC-7B450B062254}" dt="2026-04-20T01:07:16.455" v="2493" actId="26606"/>
          <ac:spMkLst>
            <pc:docMk/>
            <pc:sldMk cId="3006009346" sldId="261"/>
            <ac:spMk id="14" creationId="{BCED4D40-4B67-4331-AC48-79B82B4A47D8}"/>
          </ac:spMkLst>
        </pc:spChg>
        <pc:spChg chg="add">
          <ac:chgData name="Rader, Aiden P" userId="839e04d7-056c-4a33-b562-ff30c0b4fefe" providerId="ADAL" clId="{235D96D8-1753-47B6-89AC-7B450B062254}" dt="2026-04-20T01:10:03.221" v="2527" actId="26606"/>
          <ac:spMkLst>
            <pc:docMk/>
            <pc:sldMk cId="3006009346" sldId="261"/>
            <ac:spMk id="15" creationId="{BCED4D40-4B67-4331-AC48-79B82B4A47D8}"/>
          </ac:spMkLst>
        </pc:spChg>
        <pc:spChg chg="add del">
          <ac:chgData name="Rader, Aiden P" userId="839e04d7-056c-4a33-b562-ff30c0b4fefe" providerId="ADAL" clId="{235D96D8-1753-47B6-89AC-7B450B062254}" dt="2026-04-20T01:07:16.455" v="2493" actId="26606"/>
          <ac:spMkLst>
            <pc:docMk/>
            <pc:sldMk cId="3006009346" sldId="261"/>
            <ac:spMk id="16" creationId="{670CEDEF-4F34-412E-84EE-329C1E936AF5}"/>
          </ac:spMkLst>
        </pc:spChg>
        <pc:spChg chg="add del">
          <ac:chgData name="Rader, Aiden P" userId="839e04d7-056c-4a33-b562-ff30c0b4fefe" providerId="ADAL" clId="{235D96D8-1753-47B6-89AC-7B450B062254}" dt="2026-04-20T01:09:53.691" v="2516" actId="26606"/>
          <ac:spMkLst>
            <pc:docMk/>
            <pc:sldMk cId="3006009346" sldId="261"/>
            <ac:spMk id="17" creationId="{BCED4D40-4B67-4331-AC48-79B82B4A47D8}"/>
          </ac:spMkLst>
        </pc:spChg>
        <pc:spChg chg="add">
          <ac:chgData name="Rader, Aiden P" userId="839e04d7-056c-4a33-b562-ff30c0b4fefe" providerId="ADAL" clId="{235D96D8-1753-47B6-89AC-7B450B062254}" dt="2026-04-20T01:10:03.221" v="2527" actId="26606"/>
          <ac:spMkLst>
            <pc:docMk/>
            <pc:sldMk cId="3006009346" sldId="261"/>
            <ac:spMk id="18" creationId="{670CEDEF-4F34-412E-84EE-329C1E936AF5}"/>
          </ac:spMkLst>
        </pc:spChg>
        <pc:spChg chg="add del">
          <ac:chgData name="Rader, Aiden P" userId="839e04d7-056c-4a33-b562-ff30c0b4fefe" providerId="ADAL" clId="{235D96D8-1753-47B6-89AC-7B450B062254}" dt="2026-04-20T01:09:53.691" v="2516" actId="26606"/>
          <ac:spMkLst>
            <pc:docMk/>
            <pc:sldMk cId="3006009346" sldId="261"/>
            <ac:spMk id="19" creationId="{670CEDEF-4F34-412E-84EE-329C1E936AF5}"/>
          </ac:spMkLst>
        </pc:spChg>
        <pc:graphicFrameChg chg="add mod ord modGraphic">
          <ac:chgData name="Rader, Aiden P" userId="839e04d7-056c-4a33-b562-ff30c0b4fefe" providerId="ADAL" clId="{235D96D8-1753-47B6-89AC-7B450B062254}" dt="2026-04-20T01:20:39.850" v="2571" actId="14734"/>
          <ac:graphicFrameMkLst>
            <pc:docMk/>
            <pc:sldMk cId="3006009346" sldId="261"/>
            <ac:graphicFrameMk id="4" creationId="{07BA4F22-653C-F65E-6B46-8C8112FE980B}"/>
          </ac:graphicFrameMkLst>
        </pc:graphicFrameChg>
      </pc:sldChg>
      <pc:sldChg chg="addSp modSp new mod ord setBg modNotesTx">
        <pc:chgData name="Rader, Aiden P" userId="839e04d7-056c-4a33-b562-ff30c0b4fefe" providerId="ADAL" clId="{235D96D8-1753-47B6-89AC-7B450B062254}" dt="2026-04-21T02:21:35.835" v="8271" actId="20577"/>
        <pc:sldMkLst>
          <pc:docMk/>
          <pc:sldMk cId="1720164040" sldId="263"/>
        </pc:sldMkLst>
        <pc:spChg chg="mod">
          <ac:chgData name="Rader, Aiden P" userId="839e04d7-056c-4a33-b562-ff30c0b4fefe" providerId="ADAL" clId="{235D96D8-1753-47B6-89AC-7B450B062254}" dt="2026-04-20T01:06:50.622" v="2490" actId="26606"/>
          <ac:spMkLst>
            <pc:docMk/>
            <pc:sldMk cId="1720164040" sldId="263"/>
            <ac:spMk id="2" creationId="{41F6D5BF-02ED-84F8-4F77-FAFCE88B08C6}"/>
          </ac:spMkLst>
        </pc:spChg>
        <pc:spChg chg="mod">
          <ac:chgData name="Rader, Aiden P" userId="839e04d7-056c-4a33-b562-ff30c0b4fefe" providerId="ADAL" clId="{235D96D8-1753-47B6-89AC-7B450B062254}" dt="2026-04-20T01:06:50.622" v="2490" actId="26606"/>
          <ac:spMkLst>
            <pc:docMk/>
            <pc:sldMk cId="1720164040" sldId="263"/>
            <ac:spMk id="3" creationId="{34B3BA19-9310-0C65-E412-2FEE21B6AF1A}"/>
          </ac:spMkLst>
        </pc:spChg>
        <pc:spChg chg="add mod">
          <ac:chgData name="Rader, Aiden P" userId="839e04d7-056c-4a33-b562-ff30c0b4fefe" providerId="ADAL" clId="{235D96D8-1753-47B6-89AC-7B450B062254}" dt="2026-04-20T01:06:50.622" v="2490" actId="26606"/>
          <ac:spMkLst>
            <pc:docMk/>
            <pc:sldMk cId="1720164040" sldId="263"/>
            <ac:spMk id="4" creationId="{5615293C-5DFE-8C4E-3FE7-41E746D4FAE8}"/>
          </ac:spMkLst>
        </pc:spChg>
        <pc:spChg chg="add">
          <ac:chgData name="Rader, Aiden P" userId="839e04d7-056c-4a33-b562-ff30c0b4fefe" providerId="ADAL" clId="{235D96D8-1753-47B6-89AC-7B450B062254}" dt="2026-04-20T01:06:50.622" v="2490" actId="26606"/>
          <ac:spMkLst>
            <pc:docMk/>
            <pc:sldMk cId="1720164040" sldId="263"/>
            <ac:spMk id="9" creationId="{8CA06CD6-90CA-4C45-856C-6771339E1E22}"/>
          </ac:spMkLst>
        </pc:spChg>
        <pc:cxnChg chg="add">
          <ac:chgData name="Rader, Aiden P" userId="839e04d7-056c-4a33-b562-ff30c0b4fefe" providerId="ADAL" clId="{235D96D8-1753-47B6-89AC-7B450B062254}" dt="2026-04-20T01:06:50.622" v="2490" actId="26606"/>
          <ac:cxnSpMkLst>
            <pc:docMk/>
            <pc:sldMk cId="1720164040" sldId="263"/>
            <ac:cxnSpMk id="11" creationId="{5021601D-2758-4B15-A31C-FDA184C51B3A}"/>
          </ac:cxnSpMkLst>
        </pc:cxnChg>
      </pc:sldChg>
      <pc:sldChg chg="addSp delSp modSp new mod setBg modNotesTx">
        <pc:chgData name="Rader, Aiden P" userId="839e04d7-056c-4a33-b562-ff30c0b4fefe" providerId="ADAL" clId="{235D96D8-1753-47B6-89AC-7B450B062254}" dt="2026-04-21T02:23:46.317" v="8406" actId="114"/>
        <pc:sldMkLst>
          <pc:docMk/>
          <pc:sldMk cId="3428813666" sldId="264"/>
        </pc:sldMkLst>
        <pc:spChg chg="mod">
          <ac:chgData name="Rader, Aiden P" userId="839e04d7-056c-4a33-b562-ff30c0b4fefe" providerId="ADAL" clId="{235D96D8-1753-47B6-89AC-7B450B062254}" dt="2026-04-20T17:45:06.987" v="3331" actId="14100"/>
          <ac:spMkLst>
            <pc:docMk/>
            <pc:sldMk cId="3428813666" sldId="264"/>
            <ac:spMk id="2" creationId="{E12AB678-CDE8-9A2F-5EFE-66F4DDE15B3B}"/>
          </ac:spMkLst>
        </pc:spChg>
        <pc:spChg chg="del mod">
          <ac:chgData name="Rader, Aiden P" userId="839e04d7-056c-4a33-b562-ff30c0b4fefe" providerId="ADAL" clId="{235D96D8-1753-47B6-89AC-7B450B062254}" dt="2026-04-20T01:48:51.943" v="2648" actId="478"/>
          <ac:spMkLst>
            <pc:docMk/>
            <pc:sldMk cId="3428813666" sldId="264"/>
            <ac:spMk id="3" creationId="{90E57514-52D5-28F7-5ABD-81805937CE69}"/>
          </ac:spMkLst>
        </pc:spChg>
        <pc:spChg chg="add">
          <ac:chgData name="Rader, Aiden P" userId="839e04d7-056c-4a33-b562-ff30c0b4fefe" providerId="ADAL" clId="{235D96D8-1753-47B6-89AC-7B450B062254}" dt="2026-04-20T01:48:52.441" v="2649"/>
          <ac:spMkLst>
            <pc:docMk/>
            <pc:sldMk cId="3428813666" sldId="264"/>
            <ac:spMk id="4" creationId="{76FD0667-EE57-FCD1-CEE2-1036B1C69B68}"/>
          </ac:spMkLst>
        </pc:spChg>
        <pc:spChg chg="add del mod">
          <ac:chgData name="Rader, Aiden P" userId="839e04d7-056c-4a33-b562-ff30c0b4fefe" providerId="ADAL" clId="{235D96D8-1753-47B6-89AC-7B450B062254}" dt="2026-04-20T01:49:03.342" v="2653" actId="478"/>
          <ac:spMkLst>
            <pc:docMk/>
            <pc:sldMk cId="3428813666" sldId="264"/>
            <ac:spMk id="5" creationId="{D3C4ADAF-B755-B2D2-F95A-2F3724355D26}"/>
          </ac:spMkLst>
        </pc:spChg>
        <pc:spChg chg="add del mod">
          <ac:chgData name="Rader, Aiden P" userId="839e04d7-056c-4a33-b562-ff30c0b4fefe" providerId="ADAL" clId="{235D96D8-1753-47B6-89AC-7B450B062254}" dt="2026-04-20T17:36:17.079" v="2885" actId="931"/>
          <ac:spMkLst>
            <pc:docMk/>
            <pc:sldMk cId="3428813666" sldId="264"/>
            <ac:spMk id="6" creationId="{D003E8F0-FD3D-7888-7A49-8517E0A46C08}"/>
          </ac:spMkLst>
        </pc:spChg>
        <pc:spChg chg="add mod">
          <ac:chgData name="Rader, Aiden P" userId="839e04d7-056c-4a33-b562-ff30c0b4fefe" providerId="ADAL" clId="{235D96D8-1753-47B6-89AC-7B450B062254}" dt="2026-04-20T17:38:32.096" v="2912"/>
          <ac:spMkLst>
            <pc:docMk/>
            <pc:sldMk cId="3428813666" sldId="264"/>
            <ac:spMk id="13" creationId="{EB4CFEDF-36D3-8426-3068-532C6CC79DCB}"/>
          </ac:spMkLst>
        </pc:spChg>
        <pc:spChg chg="add del">
          <ac:chgData name="Rader, Aiden P" userId="839e04d7-056c-4a33-b562-ff30c0b4fefe" providerId="ADAL" clId="{235D96D8-1753-47B6-89AC-7B450B062254}" dt="2026-04-20T17:35:42.772" v="2875" actId="26606"/>
          <ac:spMkLst>
            <pc:docMk/>
            <pc:sldMk cId="3428813666" sldId="264"/>
            <ac:spMk id="14" creationId="{4B030A0D-0DAD-4A99-89BB-419527D6A64B}"/>
          </ac:spMkLst>
        </pc:spChg>
        <pc:spChg chg="add del">
          <ac:chgData name="Rader, Aiden P" userId="839e04d7-056c-4a33-b562-ff30c0b4fefe" providerId="ADAL" clId="{235D96D8-1753-47B6-89AC-7B450B062254}" dt="2026-04-20T17:37:45.672" v="2904" actId="26606"/>
          <ac:spMkLst>
            <pc:docMk/>
            <pc:sldMk cId="3428813666" sldId="264"/>
            <ac:spMk id="15" creationId="{70155189-D96C-4527-B0EC-654B946BE615}"/>
          </ac:spMkLst>
        </pc:spChg>
        <pc:spChg chg="add del">
          <ac:chgData name="Rader, Aiden P" userId="839e04d7-056c-4a33-b562-ff30c0b4fefe" providerId="ADAL" clId="{235D96D8-1753-47B6-89AC-7B450B062254}" dt="2026-04-20T17:35:37.359" v="2873" actId="26606"/>
          <ac:spMkLst>
            <pc:docMk/>
            <pc:sldMk cId="3428813666" sldId="264"/>
            <ac:spMk id="16" creationId="{04D521D1-0300-AFC5-E1D2-34955C5CB4D7}"/>
          </ac:spMkLst>
        </pc:spChg>
        <pc:spChg chg="add del">
          <ac:chgData name="Rader, Aiden P" userId="839e04d7-056c-4a33-b562-ff30c0b4fefe" providerId="ADAL" clId="{235D96D8-1753-47B6-89AC-7B450B062254}" dt="2026-04-20T17:35:42.772" v="2875" actId="26606"/>
          <ac:spMkLst>
            <pc:docMk/>
            <pc:sldMk cId="3428813666" sldId="264"/>
            <ac:spMk id="17" creationId="{7C98A213-5994-475E-B327-DC6EC27FBA8B}"/>
          </ac:spMkLst>
        </pc:spChg>
        <pc:spChg chg="add">
          <ac:chgData name="Rader, Aiden P" userId="839e04d7-056c-4a33-b562-ff30c0b4fefe" providerId="ADAL" clId="{235D96D8-1753-47B6-89AC-7B450B062254}" dt="2026-04-20T17:37:45.672" v="2904" actId="26606"/>
          <ac:spMkLst>
            <pc:docMk/>
            <pc:sldMk cId="3428813666" sldId="264"/>
            <ac:spMk id="18" creationId="{2221AA6A-14A3-4CB1-A46D-4BBC72A286BE}"/>
          </ac:spMkLst>
        </pc:spChg>
        <pc:spChg chg="add del">
          <ac:chgData name="Rader, Aiden P" userId="839e04d7-056c-4a33-b562-ff30c0b4fefe" providerId="ADAL" clId="{235D96D8-1753-47B6-89AC-7B450B062254}" dt="2026-04-20T17:35:37.359" v="2873" actId="26606"/>
          <ac:spMkLst>
            <pc:docMk/>
            <pc:sldMk cId="3428813666" sldId="264"/>
            <ac:spMk id="19" creationId="{15F40E44-6E4F-461E-B676-41D4FD94DD90}"/>
          </ac:spMkLst>
        </pc:spChg>
        <pc:spChg chg="add del">
          <ac:chgData name="Rader, Aiden P" userId="839e04d7-056c-4a33-b562-ff30c0b4fefe" providerId="ADAL" clId="{235D96D8-1753-47B6-89AC-7B450B062254}" dt="2026-04-20T17:35:47.071" v="2877" actId="26606"/>
          <ac:spMkLst>
            <pc:docMk/>
            <pc:sldMk cId="3428813666" sldId="264"/>
            <ac:spMk id="20" creationId="{2431FC1B-47A4-43C3-B636-23DEEB14E419}"/>
          </ac:spMkLst>
        </pc:spChg>
        <pc:spChg chg="add del">
          <ac:chgData name="Rader, Aiden P" userId="839e04d7-056c-4a33-b562-ff30c0b4fefe" providerId="ADAL" clId="{235D96D8-1753-47B6-89AC-7B450B062254}" dt="2026-04-20T17:35:37.359" v="2873" actId="26606"/>
          <ac:spMkLst>
            <pc:docMk/>
            <pc:sldMk cId="3428813666" sldId="264"/>
            <ac:spMk id="21" creationId="{68FD15E8-8B40-4424-82F2-DA107F7F9F2B}"/>
          </ac:spMkLst>
        </pc:spChg>
        <pc:spChg chg="add del">
          <ac:chgData name="Rader, Aiden P" userId="839e04d7-056c-4a33-b562-ff30c0b4fefe" providerId="ADAL" clId="{235D96D8-1753-47B6-89AC-7B450B062254}" dt="2026-04-20T17:35:47.071" v="2877" actId="26606"/>
          <ac:spMkLst>
            <pc:docMk/>
            <pc:sldMk cId="3428813666" sldId="264"/>
            <ac:spMk id="22" creationId="{6D6F7247-7E74-4743-AF45-768A3F014024}"/>
          </ac:spMkLst>
        </pc:spChg>
        <pc:spChg chg="add del">
          <ac:chgData name="Rader, Aiden P" userId="839e04d7-056c-4a33-b562-ff30c0b4fefe" providerId="ADAL" clId="{235D96D8-1753-47B6-89AC-7B450B062254}" dt="2026-04-20T17:35:47.071" v="2877" actId="26606"/>
          <ac:spMkLst>
            <pc:docMk/>
            <pc:sldMk cId="3428813666" sldId="264"/>
            <ac:spMk id="24" creationId="{30C1ECA2-AFC1-E67F-1B69-5DC352CDA464}"/>
          </ac:spMkLst>
        </pc:spChg>
        <pc:spChg chg="add del">
          <ac:chgData name="Rader, Aiden P" userId="839e04d7-056c-4a33-b562-ff30c0b4fefe" providerId="ADAL" clId="{235D96D8-1753-47B6-89AC-7B450B062254}" dt="2026-04-20T17:35:37.359" v="2873" actId="26606"/>
          <ac:spMkLst>
            <pc:docMk/>
            <pc:sldMk cId="3428813666" sldId="264"/>
            <ac:spMk id="25" creationId="{866718AF-9359-4BEF-9584-028A3072A16A}"/>
          </ac:spMkLst>
        </pc:spChg>
        <pc:spChg chg="add del">
          <ac:chgData name="Rader, Aiden P" userId="839e04d7-056c-4a33-b562-ff30c0b4fefe" providerId="ADAL" clId="{235D96D8-1753-47B6-89AC-7B450B062254}" dt="2026-04-20T17:35:52.764" v="2879" actId="26606"/>
          <ac:spMkLst>
            <pc:docMk/>
            <pc:sldMk cId="3428813666" sldId="264"/>
            <ac:spMk id="26" creationId="{53B475F8-50AE-46A0-9943-B2B63183D50C}"/>
          </ac:spMkLst>
        </pc:spChg>
        <pc:spChg chg="add del">
          <ac:chgData name="Rader, Aiden P" userId="839e04d7-056c-4a33-b562-ff30c0b4fefe" providerId="ADAL" clId="{235D96D8-1753-47B6-89AC-7B450B062254}" dt="2026-04-20T17:35:37.359" v="2873" actId="26606"/>
          <ac:spMkLst>
            <pc:docMk/>
            <pc:sldMk cId="3428813666" sldId="264"/>
            <ac:spMk id="27" creationId="{53033F67-95C8-49C5-9DF9-F7F6764ADBE2}"/>
          </ac:spMkLst>
        </pc:spChg>
        <pc:spChg chg="add del">
          <ac:chgData name="Rader, Aiden P" userId="839e04d7-056c-4a33-b562-ff30c0b4fefe" providerId="ADAL" clId="{235D96D8-1753-47B6-89AC-7B450B062254}" dt="2026-04-20T17:35:52.764" v="2879" actId="26606"/>
          <ac:spMkLst>
            <pc:docMk/>
            <pc:sldMk cId="3428813666" sldId="264"/>
            <ac:spMk id="28" creationId="{75F6FDB4-2351-48C2-A863-2364A02343C0}"/>
          </ac:spMkLst>
        </pc:spChg>
        <pc:spChg chg="add del">
          <ac:chgData name="Rader, Aiden P" userId="839e04d7-056c-4a33-b562-ff30c0b4fefe" providerId="ADAL" clId="{235D96D8-1753-47B6-89AC-7B450B062254}" dt="2026-04-20T17:35:52.764" v="2879" actId="26606"/>
          <ac:spMkLst>
            <pc:docMk/>
            <pc:sldMk cId="3428813666" sldId="264"/>
            <ac:spMk id="29" creationId="{1EE8A9C1-55FC-DDC4-B255-9F16517A34FA}"/>
          </ac:spMkLst>
        </pc:spChg>
        <pc:spChg chg="add del mod">
          <ac:chgData name="Rader, Aiden P" userId="839e04d7-056c-4a33-b562-ff30c0b4fefe" providerId="ADAL" clId="{235D96D8-1753-47B6-89AC-7B450B062254}" dt="2026-04-21T02:05:40.278" v="7356" actId="20577"/>
          <ac:spMkLst>
            <pc:docMk/>
            <pc:sldMk cId="3428813666" sldId="264"/>
            <ac:spMk id="30" creationId="{B43F0EC6-6532-7CF2-76B2-936D2195C17B}"/>
          </ac:spMkLst>
        </pc:spChg>
        <pc:spChg chg="add del">
          <ac:chgData name="Rader, Aiden P" userId="839e04d7-056c-4a33-b562-ff30c0b4fefe" providerId="ADAL" clId="{235D96D8-1753-47B6-89AC-7B450B062254}" dt="2026-04-20T17:36:15.078" v="2881" actId="26606"/>
          <ac:spMkLst>
            <pc:docMk/>
            <pc:sldMk cId="3428813666" sldId="264"/>
            <ac:spMk id="31" creationId="{70155189-D96C-4527-B0EC-654B946BE615}"/>
          </ac:spMkLst>
        </pc:spChg>
        <pc:picChg chg="add del mod ord">
          <ac:chgData name="Rader, Aiden P" userId="839e04d7-056c-4a33-b562-ff30c0b4fefe" providerId="ADAL" clId="{235D96D8-1753-47B6-89AC-7B450B062254}" dt="2026-04-20T17:45:03.659" v="3330" actId="14100"/>
          <ac:picMkLst>
            <pc:docMk/>
            <pc:sldMk cId="3428813666" sldId="264"/>
            <ac:picMk id="8" creationId="{7CA04F6E-5204-059D-2CA0-9909168E6BDB}"/>
          </ac:picMkLst>
        </pc:picChg>
        <pc:picChg chg="add del mod">
          <ac:chgData name="Rader, Aiden P" userId="839e04d7-056c-4a33-b562-ff30c0b4fefe" providerId="ADAL" clId="{235D96D8-1753-47B6-89AC-7B450B062254}" dt="2026-04-20T17:44:59.300" v="3329" actId="14100"/>
          <ac:picMkLst>
            <pc:docMk/>
            <pc:sldMk cId="3428813666" sldId="264"/>
            <ac:picMk id="10" creationId="{D552AE1E-0884-B992-4229-F655880F2CA2}"/>
          </ac:picMkLst>
        </pc:picChg>
        <pc:picChg chg="add del mod ord">
          <ac:chgData name="Rader, Aiden P" userId="839e04d7-056c-4a33-b562-ff30c0b4fefe" providerId="ADAL" clId="{235D96D8-1753-47B6-89AC-7B450B062254}" dt="2026-04-20T17:44:55.858" v="3328" actId="14100"/>
          <ac:picMkLst>
            <pc:docMk/>
            <pc:sldMk cId="3428813666" sldId="264"/>
            <ac:picMk id="12" creationId="{C1F7738F-7294-5C8A-BA91-866CDAB0310B}"/>
          </ac:picMkLst>
        </pc:picChg>
        <pc:picChg chg="add del">
          <ac:chgData name="Rader, Aiden P" userId="839e04d7-056c-4a33-b562-ff30c0b4fefe" providerId="ADAL" clId="{235D96D8-1753-47B6-89AC-7B450B062254}" dt="2026-04-20T17:35:37.359" v="2873" actId="26606"/>
          <ac:picMkLst>
            <pc:docMk/>
            <pc:sldMk cId="3428813666" sldId="264"/>
            <ac:picMk id="23" creationId="{FCF80E2F-2954-485B-B1B5-DCB9F153FBA3}"/>
          </ac:picMkLst>
        </pc:picChg>
      </pc:sldChg>
      <pc:sldChg chg="addSp modSp new mod setBg modNotesTx">
        <pc:chgData name="Rader, Aiden P" userId="839e04d7-056c-4a33-b562-ff30c0b4fefe" providerId="ADAL" clId="{235D96D8-1753-47B6-89AC-7B450B062254}" dt="2026-04-21T03:01:24.372" v="9447" actId="114"/>
        <pc:sldMkLst>
          <pc:docMk/>
          <pc:sldMk cId="1831178459" sldId="265"/>
        </pc:sldMkLst>
        <pc:spChg chg="mod">
          <ac:chgData name="Rader, Aiden P" userId="839e04d7-056c-4a33-b562-ff30c0b4fefe" providerId="ADAL" clId="{235D96D8-1753-47B6-89AC-7B450B062254}" dt="2026-04-20T01:00:36.923" v="2431" actId="26606"/>
          <ac:spMkLst>
            <pc:docMk/>
            <pc:sldMk cId="1831178459" sldId="265"/>
            <ac:spMk id="2" creationId="{DFD0ED99-2182-FB5C-F899-040148D26388}"/>
          </ac:spMkLst>
        </pc:spChg>
        <pc:spChg chg="mod">
          <ac:chgData name="Rader, Aiden P" userId="839e04d7-056c-4a33-b562-ff30c0b4fefe" providerId="ADAL" clId="{235D96D8-1753-47B6-89AC-7B450B062254}" dt="2026-04-21T03:01:24.372" v="9447" actId="114"/>
          <ac:spMkLst>
            <pc:docMk/>
            <pc:sldMk cId="1831178459" sldId="265"/>
            <ac:spMk id="3" creationId="{4F87C324-CBA6-E601-5DE4-0A80B82664F7}"/>
          </ac:spMkLst>
        </pc:spChg>
        <pc:spChg chg="add mod">
          <ac:chgData name="Rader, Aiden P" userId="839e04d7-056c-4a33-b562-ff30c0b4fefe" providerId="ADAL" clId="{235D96D8-1753-47B6-89AC-7B450B062254}" dt="2026-04-21T03:00:51.935" v="9438" actId="1076"/>
          <ac:spMkLst>
            <pc:docMk/>
            <pc:sldMk cId="1831178459" sldId="265"/>
            <ac:spMk id="4" creationId="{9DBB6182-8A1B-C1DA-A304-271C5F64FCBF}"/>
          </ac:spMkLst>
        </pc:spChg>
        <pc:spChg chg="add">
          <ac:chgData name="Rader, Aiden P" userId="839e04d7-056c-4a33-b562-ff30c0b4fefe" providerId="ADAL" clId="{235D96D8-1753-47B6-89AC-7B450B062254}" dt="2026-04-20T01:00:36.923" v="2431" actId="26606"/>
          <ac:spMkLst>
            <pc:docMk/>
            <pc:sldMk cId="1831178459" sldId="265"/>
            <ac:spMk id="10" creationId="{B14C2221-2B8C-494D-9442-F812DF4E8794}"/>
          </ac:spMkLst>
        </pc:spChg>
        <pc:picChg chg="add">
          <ac:chgData name="Rader, Aiden P" userId="839e04d7-056c-4a33-b562-ff30c0b4fefe" providerId="ADAL" clId="{235D96D8-1753-47B6-89AC-7B450B062254}" dt="2026-04-20T01:00:36.923" v="2431" actId="26606"/>
          <ac:picMkLst>
            <pc:docMk/>
            <pc:sldMk cId="1831178459" sldId="265"/>
            <ac:picMk id="7" creationId="{AD186742-C5AF-AA42-73A1-7623AF9DE189}"/>
          </ac:picMkLst>
        </pc:picChg>
      </pc:sldChg>
      <pc:sldChg chg="addSp delSp modSp new mod setBg modClrScheme chgLayout modNotesTx">
        <pc:chgData name="Rader, Aiden P" userId="839e04d7-056c-4a33-b562-ff30c0b4fefe" providerId="ADAL" clId="{235D96D8-1753-47B6-89AC-7B450B062254}" dt="2026-04-21T02:28:27.207" v="9030" actId="20577"/>
        <pc:sldMkLst>
          <pc:docMk/>
          <pc:sldMk cId="2674195940" sldId="266"/>
        </pc:sldMkLst>
        <pc:spChg chg="mod ord">
          <ac:chgData name="Rader, Aiden P" userId="839e04d7-056c-4a33-b562-ff30c0b4fefe" providerId="ADAL" clId="{235D96D8-1753-47B6-89AC-7B450B062254}" dt="2026-04-20T17:57:53.350" v="3621" actId="26606"/>
          <ac:spMkLst>
            <pc:docMk/>
            <pc:sldMk cId="2674195940" sldId="266"/>
            <ac:spMk id="2" creationId="{61BA2AEC-FBCC-DE20-58B8-1BF85741A12D}"/>
          </ac:spMkLst>
        </pc:spChg>
        <pc:spChg chg="del mod ord">
          <ac:chgData name="Rader, Aiden P" userId="839e04d7-056c-4a33-b562-ff30c0b4fefe" providerId="ADAL" clId="{235D96D8-1753-47B6-89AC-7B450B062254}" dt="2026-04-20T17:51:33.299" v="3391" actId="700"/>
          <ac:spMkLst>
            <pc:docMk/>
            <pc:sldMk cId="2674195940" sldId="266"/>
            <ac:spMk id="3" creationId="{1F8E0E93-5638-6F06-5202-24835B18F55E}"/>
          </ac:spMkLst>
        </pc:spChg>
        <pc:spChg chg="add mod ord">
          <ac:chgData name="Rader, Aiden P" userId="839e04d7-056c-4a33-b562-ff30c0b4fefe" providerId="ADAL" clId="{235D96D8-1753-47B6-89AC-7B450B062254}" dt="2026-04-21T02:06:24.481" v="7362" actId="207"/>
          <ac:spMkLst>
            <pc:docMk/>
            <pc:sldMk cId="2674195940" sldId="266"/>
            <ac:spMk id="4" creationId="{7295F769-B0D3-6465-16F5-5E3C65438B39}"/>
          </ac:spMkLst>
        </pc:spChg>
        <pc:spChg chg="add del mod ord">
          <ac:chgData name="Rader, Aiden P" userId="839e04d7-056c-4a33-b562-ff30c0b4fefe" providerId="ADAL" clId="{235D96D8-1753-47B6-89AC-7B450B062254}" dt="2026-04-20T17:51:42.109" v="3392" actId="3680"/>
          <ac:spMkLst>
            <pc:docMk/>
            <pc:sldMk cId="2674195940" sldId="266"/>
            <ac:spMk id="5" creationId="{29FB19AF-58A9-5FE8-F7E4-98BE3FC750CF}"/>
          </ac:spMkLst>
        </pc:spChg>
        <pc:spChg chg="add mod">
          <ac:chgData name="Rader, Aiden P" userId="839e04d7-056c-4a33-b562-ff30c0b4fefe" providerId="ADAL" clId="{235D96D8-1753-47B6-89AC-7B450B062254}" dt="2026-04-21T02:06:13.409" v="7360" actId="20577"/>
          <ac:spMkLst>
            <pc:docMk/>
            <pc:sldMk cId="2674195940" sldId="266"/>
            <ac:spMk id="7" creationId="{CADF7BD8-2618-9ADD-8BBC-A15E44997195}"/>
          </ac:spMkLst>
        </pc:spChg>
        <pc:spChg chg="add del">
          <ac:chgData name="Rader, Aiden P" userId="839e04d7-056c-4a33-b562-ff30c0b4fefe" providerId="ADAL" clId="{235D96D8-1753-47B6-89AC-7B450B062254}" dt="2026-04-20T17:57:53.350" v="3621" actId="26606"/>
          <ac:spMkLst>
            <pc:docMk/>
            <pc:sldMk cId="2674195940" sldId="266"/>
            <ac:spMk id="11" creationId="{AF6CB648-9554-488A-B457-99CAAD1DA528}"/>
          </ac:spMkLst>
        </pc:spChg>
        <pc:spChg chg="add del">
          <ac:chgData name="Rader, Aiden P" userId="839e04d7-056c-4a33-b562-ff30c0b4fefe" providerId="ADAL" clId="{235D96D8-1753-47B6-89AC-7B450B062254}" dt="2026-04-20T17:57:53.350" v="3621" actId="26606"/>
          <ac:spMkLst>
            <pc:docMk/>
            <pc:sldMk cId="2674195940" sldId="266"/>
            <ac:spMk id="13" creationId="{E3ADCBE7-9330-1CDA-00EB-CDD12DB722FF}"/>
          </ac:spMkLst>
        </pc:spChg>
        <pc:spChg chg="add del">
          <ac:chgData name="Rader, Aiden P" userId="839e04d7-056c-4a33-b562-ff30c0b4fefe" providerId="ADAL" clId="{235D96D8-1753-47B6-89AC-7B450B062254}" dt="2026-04-20T17:57:37.855" v="3598" actId="26606"/>
          <ac:spMkLst>
            <pc:docMk/>
            <pc:sldMk cId="2674195940" sldId="266"/>
            <ac:spMk id="18" creationId="{AF6CB648-9554-488A-B457-99CAAD1DA528}"/>
          </ac:spMkLst>
        </pc:spChg>
        <pc:spChg chg="add del">
          <ac:chgData name="Rader, Aiden P" userId="839e04d7-056c-4a33-b562-ff30c0b4fefe" providerId="ADAL" clId="{235D96D8-1753-47B6-89AC-7B450B062254}" dt="2026-04-20T17:57:37.855" v="3598" actId="26606"/>
          <ac:spMkLst>
            <pc:docMk/>
            <pc:sldMk cId="2674195940" sldId="266"/>
            <ac:spMk id="20" creationId="{E3ADCBE7-9330-1CDA-00EB-CDD12DB722FF}"/>
          </ac:spMkLst>
        </pc:spChg>
        <pc:spChg chg="add del">
          <ac:chgData name="Rader, Aiden P" userId="839e04d7-056c-4a33-b562-ff30c0b4fefe" providerId="ADAL" clId="{235D96D8-1753-47B6-89AC-7B450B062254}" dt="2026-04-20T17:57:38.583" v="3600" actId="26606"/>
          <ac:spMkLst>
            <pc:docMk/>
            <pc:sldMk cId="2674195940" sldId="266"/>
            <ac:spMk id="22" creationId="{AF6CB648-9554-488A-B457-99CAAD1DA528}"/>
          </ac:spMkLst>
        </pc:spChg>
        <pc:spChg chg="add del">
          <ac:chgData name="Rader, Aiden P" userId="839e04d7-056c-4a33-b562-ff30c0b4fefe" providerId="ADAL" clId="{235D96D8-1753-47B6-89AC-7B450B062254}" dt="2026-04-20T17:57:38.583" v="3600" actId="26606"/>
          <ac:spMkLst>
            <pc:docMk/>
            <pc:sldMk cId="2674195940" sldId="266"/>
            <ac:spMk id="23" creationId="{E3ADCBE7-9330-1CDA-00EB-CDD12DB722FF}"/>
          </ac:spMkLst>
        </pc:spChg>
        <pc:spChg chg="add del">
          <ac:chgData name="Rader, Aiden P" userId="839e04d7-056c-4a33-b562-ff30c0b4fefe" providerId="ADAL" clId="{235D96D8-1753-47B6-89AC-7B450B062254}" dt="2026-04-20T17:57:39.975" v="3602" actId="26606"/>
          <ac:spMkLst>
            <pc:docMk/>
            <pc:sldMk cId="2674195940" sldId="266"/>
            <ac:spMk id="25" creationId="{AF6CB648-9554-488A-B457-99CAAD1DA528}"/>
          </ac:spMkLst>
        </pc:spChg>
        <pc:spChg chg="add del">
          <ac:chgData name="Rader, Aiden P" userId="839e04d7-056c-4a33-b562-ff30c0b4fefe" providerId="ADAL" clId="{235D96D8-1753-47B6-89AC-7B450B062254}" dt="2026-04-20T17:57:39.975" v="3602" actId="26606"/>
          <ac:spMkLst>
            <pc:docMk/>
            <pc:sldMk cId="2674195940" sldId="266"/>
            <ac:spMk id="26" creationId="{E3ADCBE7-9330-1CDA-00EB-CDD12DB722FF}"/>
          </ac:spMkLst>
        </pc:spChg>
        <pc:spChg chg="add del">
          <ac:chgData name="Rader, Aiden P" userId="839e04d7-056c-4a33-b562-ff30c0b4fefe" providerId="ADAL" clId="{235D96D8-1753-47B6-89AC-7B450B062254}" dt="2026-04-20T17:57:41.378" v="3604" actId="26606"/>
          <ac:spMkLst>
            <pc:docMk/>
            <pc:sldMk cId="2674195940" sldId="266"/>
            <ac:spMk id="28" creationId="{AF6CB648-9554-488A-B457-99CAAD1DA528}"/>
          </ac:spMkLst>
        </pc:spChg>
        <pc:spChg chg="add del">
          <ac:chgData name="Rader, Aiden P" userId="839e04d7-056c-4a33-b562-ff30c0b4fefe" providerId="ADAL" clId="{235D96D8-1753-47B6-89AC-7B450B062254}" dt="2026-04-20T17:57:41.378" v="3604" actId="26606"/>
          <ac:spMkLst>
            <pc:docMk/>
            <pc:sldMk cId="2674195940" sldId="266"/>
            <ac:spMk id="29" creationId="{E3ADCBE7-9330-1CDA-00EB-CDD12DB722FF}"/>
          </ac:spMkLst>
        </pc:spChg>
        <pc:spChg chg="add del">
          <ac:chgData name="Rader, Aiden P" userId="839e04d7-056c-4a33-b562-ff30c0b4fefe" providerId="ADAL" clId="{235D96D8-1753-47B6-89AC-7B450B062254}" dt="2026-04-20T17:57:42.960" v="3606" actId="26606"/>
          <ac:spMkLst>
            <pc:docMk/>
            <pc:sldMk cId="2674195940" sldId="266"/>
            <ac:spMk id="31" creationId="{AF6CB648-9554-488A-B457-99CAAD1DA528}"/>
          </ac:spMkLst>
        </pc:spChg>
        <pc:spChg chg="add del">
          <ac:chgData name="Rader, Aiden P" userId="839e04d7-056c-4a33-b562-ff30c0b4fefe" providerId="ADAL" clId="{235D96D8-1753-47B6-89AC-7B450B062254}" dt="2026-04-20T17:57:42.960" v="3606" actId="26606"/>
          <ac:spMkLst>
            <pc:docMk/>
            <pc:sldMk cId="2674195940" sldId="266"/>
            <ac:spMk id="32" creationId="{E3ADCBE7-9330-1CDA-00EB-CDD12DB722FF}"/>
          </ac:spMkLst>
        </pc:spChg>
        <pc:spChg chg="add del">
          <ac:chgData name="Rader, Aiden P" userId="839e04d7-056c-4a33-b562-ff30c0b4fefe" providerId="ADAL" clId="{235D96D8-1753-47B6-89AC-7B450B062254}" dt="2026-04-20T17:57:53.064" v="3620" actId="26606"/>
          <ac:spMkLst>
            <pc:docMk/>
            <pc:sldMk cId="2674195940" sldId="266"/>
            <ac:spMk id="34" creationId="{AF6CB648-9554-488A-B457-99CAAD1DA528}"/>
          </ac:spMkLst>
        </pc:spChg>
        <pc:spChg chg="add del">
          <ac:chgData name="Rader, Aiden P" userId="839e04d7-056c-4a33-b562-ff30c0b4fefe" providerId="ADAL" clId="{235D96D8-1753-47B6-89AC-7B450B062254}" dt="2026-04-20T17:57:53.064" v="3620" actId="26606"/>
          <ac:spMkLst>
            <pc:docMk/>
            <pc:sldMk cId="2674195940" sldId="266"/>
            <ac:spMk id="35" creationId="{E3ADCBE7-9330-1CDA-00EB-CDD12DB722FF}"/>
          </ac:spMkLst>
        </pc:spChg>
        <pc:graphicFrameChg chg="add mod ord modGraphic">
          <ac:chgData name="Rader, Aiden P" userId="839e04d7-056c-4a33-b562-ff30c0b4fefe" providerId="ADAL" clId="{235D96D8-1753-47B6-89AC-7B450B062254}" dt="2026-04-21T02:14:05.216" v="7801"/>
          <ac:graphicFrameMkLst>
            <pc:docMk/>
            <pc:sldMk cId="2674195940" sldId="266"/>
            <ac:graphicFrameMk id="6" creationId="{B6F2F51F-6759-AC55-EEFD-CDDB70A6FA71}"/>
          </ac:graphicFrameMkLst>
        </pc:graphicFrameChg>
      </pc:sldChg>
      <pc:sldChg chg="addSp delSp modSp new mod modClrScheme chgLayout modNotesTx">
        <pc:chgData name="Rader, Aiden P" userId="839e04d7-056c-4a33-b562-ff30c0b4fefe" providerId="ADAL" clId="{235D96D8-1753-47B6-89AC-7B450B062254}" dt="2026-04-21T02:28:58.322" v="9035" actId="20577"/>
        <pc:sldMkLst>
          <pc:docMk/>
          <pc:sldMk cId="1887007241" sldId="267"/>
        </pc:sldMkLst>
        <pc:spChg chg="mod ord">
          <ac:chgData name="Rader, Aiden P" userId="839e04d7-056c-4a33-b562-ff30c0b4fefe" providerId="ADAL" clId="{235D96D8-1753-47B6-89AC-7B450B062254}" dt="2026-04-21T00:30:24.765" v="4064" actId="700"/>
          <ac:spMkLst>
            <pc:docMk/>
            <pc:sldMk cId="1887007241" sldId="267"/>
            <ac:spMk id="2" creationId="{81DEE84A-71A1-46C0-BEB3-B231878666EE}"/>
          </ac:spMkLst>
        </pc:spChg>
        <pc:spChg chg="del mod ord">
          <ac:chgData name="Rader, Aiden P" userId="839e04d7-056c-4a33-b562-ff30c0b4fefe" providerId="ADAL" clId="{235D96D8-1753-47B6-89AC-7B450B062254}" dt="2026-04-21T00:42:33.248" v="4604" actId="26606"/>
          <ac:spMkLst>
            <pc:docMk/>
            <pc:sldMk cId="1887007241" sldId="267"/>
            <ac:spMk id="3" creationId="{428EB519-D17F-4F05-912D-24ABF71A0CE7}"/>
          </ac:spMkLst>
        </pc:spChg>
        <pc:spChg chg="add">
          <ac:chgData name="Rader, Aiden P" userId="839e04d7-056c-4a33-b562-ff30c0b4fefe" providerId="ADAL" clId="{235D96D8-1753-47B6-89AC-7B450B062254}" dt="2026-04-21T00:30:13.691" v="4059"/>
          <ac:spMkLst>
            <pc:docMk/>
            <pc:sldMk cId="1887007241" sldId="267"/>
            <ac:spMk id="4" creationId="{72E80A1A-319B-A66F-5BF1-0A2638F06AC0}"/>
          </ac:spMkLst>
        </pc:spChg>
        <pc:spChg chg="add mod ord">
          <ac:chgData name="Rader, Aiden P" userId="839e04d7-056c-4a33-b562-ff30c0b4fefe" providerId="ADAL" clId="{235D96D8-1753-47B6-89AC-7B450B062254}" dt="2026-04-21T00:45:52.059" v="4632" actId="14100"/>
          <ac:spMkLst>
            <pc:docMk/>
            <pc:sldMk cId="1887007241" sldId="267"/>
            <ac:spMk id="5" creationId="{7F65F571-B936-009B-165B-72A9887AA672}"/>
          </ac:spMkLst>
        </pc:spChg>
        <pc:spChg chg="add mod">
          <ac:chgData name="Rader, Aiden P" userId="839e04d7-056c-4a33-b562-ff30c0b4fefe" providerId="ADAL" clId="{235D96D8-1753-47B6-89AC-7B450B062254}" dt="2026-04-21T00:47:04.655" v="4652" actId="1076"/>
          <ac:spMkLst>
            <pc:docMk/>
            <pc:sldMk cId="1887007241" sldId="267"/>
            <ac:spMk id="6" creationId="{67E57A27-8063-FBB6-657C-B9F0BCC61D56}"/>
          </ac:spMkLst>
        </pc:spChg>
        <pc:graphicFrameChg chg="add mod">
          <ac:chgData name="Rader, Aiden P" userId="839e04d7-056c-4a33-b562-ff30c0b4fefe" providerId="ADAL" clId="{235D96D8-1753-47B6-89AC-7B450B062254}" dt="2026-04-21T00:45:31.931" v="4627" actId="1076"/>
          <ac:graphicFrameMkLst>
            <pc:docMk/>
            <pc:sldMk cId="1887007241" sldId="267"/>
            <ac:graphicFrameMk id="7" creationId="{85B7CAAD-7A32-36A5-82D5-962B3589B149}"/>
          </ac:graphicFrameMkLst>
        </pc:graphicFrameChg>
      </pc:sldChg>
      <pc:sldChg chg="addSp delSp modSp new mod setBg modNotesTx">
        <pc:chgData name="Rader, Aiden P" userId="839e04d7-056c-4a33-b562-ff30c0b4fefe" providerId="ADAL" clId="{235D96D8-1753-47B6-89AC-7B450B062254}" dt="2026-04-21T02:29:25.779" v="9079" actId="20577"/>
        <pc:sldMkLst>
          <pc:docMk/>
          <pc:sldMk cId="259921398" sldId="268"/>
        </pc:sldMkLst>
        <pc:spChg chg="mod">
          <ac:chgData name="Rader, Aiden P" userId="839e04d7-056c-4a33-b562-ff30c0b4fefe" providerId="ADAL" clId="{235D96D8-1753-47B6-89AC-7B450B062254}" dt="2026-04-21T01:14:09.679" v="5692" actId="26606"/>
          <ac:spMkLst>
            <pc:docMk/>
            <pc:sldMk cId="259921398" sldId="268"/>
            <ac:spMk id="2" creationId="{FB2A4481-3C08-F524-54D0-662C120126F8}"/>
          </ac:spMkLst>
        </pc:spChg>
        <pc:spChg chg="del">
          <ac:chgData name="Rader, Aiden P" userId="839e04d7-056c-4a33-b562-ff30c0b4fefe" providerId="ADAL" clId="{235D96D8-1753-47B6-89AC-7B450B062254}" dt="2026-04-21T00:48:38.237" v="4757" actId="3680"/>
          <ac:spMkLst>
            <pc:docMk/>
            <pc:sldMk cId="259921398" sldId="268"/>
            <ac:spMk id="3" creationId="{77923C7F-2398-FCB7-9D52-7AF59E4CFCA3}"/>
          </ac:spMkLst>
        </pc:spChg>
        <pc:spChg chg="add mod">
          <ac:chgData name="Rader, Aiden P" userId="839e04d7-056c-4a33-b562-ff30c0b4fefe" providerId="ADAL" clId="{235D96D8-1753-47B6-89AC-7B450B062254}" dt="2026-04-21T01:18:06.869" v="5749" actId="20577"/>
          <ac:spMkLst>
            <pc:docMk/>
            <pc:sldMk cId="259921398" sldId="268"/>
            <ac:spMk id="5" creationId="{13B8809C-7603-5901-BACF-549D8A5DF1E9}"/>
          </ac:spMkLst>
        </pc:spChg>
        <pc:spChg chg="add mod">
          <ac:chgData name="Rader, Aiden P" userId="839e04d7-056c-4a33-b562-ff30c0b4fefe" providerId="ADAL" clId="{235D96D8-1753-47B6-89AC-7B450B062254}" dt="2026-04-21T02:06:09.415" v="7358" actId="20577"/>
          <ac:spMkLst>
            <pc:docMk/>
            <pc:sldMk cId="259921398" sldId="268"/>
            <ac:spMk id="6" creationId="{35125099-450A-6298-E154-D17445CFF4EC}"/>
          </ac:spMkLst>
        </pc:spChg>
        <pc:spChg chg="add">
          <ac:chgData name="Rader, Aiden P" userId="839e04d7-056c-4a33-b562-ff30c0b4fefe" providerId="ADAL" clId="{235D96D8-1753-47B6-89AC-7B450B062254}" dt="2026-04-21T01:14:09.679" v="5692" actId="26606"/>
          <ac:spMkLst>
            <pc:docMk/>
            <pc:sldMk cId="259921398" sldId="268"/>
            <ac:spMk id="21" creationId="{649C91A9-84E7-4BF0-9026-62F01380D853}"/>
          </ac:spMkLst>
        </pc:spChg>
        <pc:spChg chg="add">
          <ac:chgData name="Rader, Aiden P" userId="839e04d7-056c-4a33-b562-ff30c0b4fefe" providerId="ADAL" clId="{235D96D8-1753-47B6-89AC-7B450B062254}" dt="2026-04-21T01:14:09.679" v="5692" actId="26606"/>
          <ac:spMkLst>
            <pc:docMk/>
            <pc:sldMk cId="259921398" sldId="268"/>
            <ac:spMk id="22" creationId="{9B47378D-AD27-45D0-8C1C-5B1098DCC068}"/>
          </ac:spMkLst>
        </pc:spChg>
        <pc:grpChg chg="add del">
          <ac:chgData name="Rader, Aiden P" userId="839e04d7-056c-4a33-b562-ff30c0b4fefe" providerId="ADAL" clId="{235D96D8-1753-47B6-89AC-7B450B062254}" dt="2026-04-21T01:14:09.679" v="5692" actId="26606"/>
          <ac:grpSpMkLst>
            <pc:docMk/>
            <pc:sldMk cId="259921398" sldId="268"/>
            <ac:grpSpMk id="10" creationId="{6258F736-B256-8039-9DC6-F4E49A5C5AD5}"/>
          </ac:grpSpMkLst>
        </pc:grpChg>
        <pc:grpChg chg="add del">
          <ac:chgData name="Rader, Aiden P" userId="839e04d7-056c-4a33-b562-ff30c0b4fefe" providerId="ADAL" clId="{235D96D8-1753-47B6-89AC-7B450B062254}" dt="2026-04-21T01:14:09.554" v="5691" actId="26606"/>
          <ac:grpSpMkLst>
            <pc:docMk/>
            <pc:sldMk cId="259921398" sldId="268"/>
            <ac:grpSpMk id="17" creationId="{6258F736-B256-8039-9DC6-F4E49A5C5AD5}"/>
          </ac:grpSpMkLst>
        </pc:grpChg>
        <pc:graphicFrameChg chg="add mod ord modGraphic">
          <ac:chgData name="Rader, Aiden P" userId="839e04d7-056c-4a33-b562-ff30c0b4fefe" providerId="ADAL" clId="{235D96D8-1753-47B6-89AC-7B450B062254}" dt="2026-04-21T01:17:12.366" v="5721" actId="1076"/>
          <ac:graphicFrameMkLst>
            <pc:docMk/>
            <pc:sldMk cId="259921398" sldId="268"/>
            <ac:graphicFrameMk id="4" creationId="{AA4B9F25-454C-648F-2A41-4BC9328592E9}"/>
          </ac:graphicFrameMkLst>
        </pc:graphicFrameChg>
      </pc:sldChg>
      <pc:sldChg chg="addSp delSp modSp new mod setBg modClrScheme chgLayout modNotesTx">
        <pc:chgData name="Rader, Aiden P" userId="839e04d7-056c-4a33-b562-ff30c0b4fefe" providerId="ADAL" clId="{235D96D8-1753-47B6-89AC-7B450B062254}" dt="2026-04-21T03:03:03.528" v="9451" actId="1076"/>
        <pc:sldMkLst>
          <pc:docMk/>
          <pc:sldMk cId="185217410" sldId="269"/>
        </pc:sldMkLst>
        <pc:spChg chg="mod ord">
          <ac:chgData name="Rader, Aiden P" userId="839e04d7-056c-4a33-b562-ff30c0b4fefe" providerId="ADAL" clId="{235D96D8-1753-47B6-89AC-7B450B062254}" dt="2026-04-21T01:36:47.594" v="5989" actId="26606"/>
          <ac:spMkLst>
            <pc:docMk/>
            <pc:sldMk cId="185217410" sldId="269"/>
            <ac:spMk id="2" creationId="{26350B16-AAD0-917D-38C5-EBF2EA55F335}"/>
          </ac:spMkLst>
        </pc:spChg>
        <pc:spChg chg="del mod ord">
          <ac:chgData name="Rader, Aiden P" userId="839e04d7-056c-4a33-b562-ff30c0b4fefe" providerId="ADAL" clId="{235D96D8-1753-47B6-89AC-7B450B062254}" dt="2026-04-21T01:35:00.740" v="5928" actId="700"/>
          <ac:spMkLst>
            <pc:docMk/>
            <pc:sldMk cId="185217410" sldId="269"/>
            <ac:spMk id="3" creationId="{D5115FBA-03B2-C85B-4DC1-371D56EA2C2D}"/>
          </ac:spMkLst>
        </pc:spChg>
        <pc:spChg chg="add del mod ord">
          <ac:chgData name="Rader, Aiden P" userId="839e04d7-056c-4a33-b562-ff30c0b4fefe" providerId="ADAL" clId="{235D96D8-1753-47B6-89AC-7B450B062254}" dt="2026-04-21T01:36:17.936" v="5980" actId="931"/>
          <ac:spMkLst>
            <pc:docMk/>
            <pc:sldMk cId="185217410" sldId="269"/>
            <ac:spMk id="4" creationId="{0F5F8D18-E664-BDC5-63FF-3D5CE893C42E}"/>
          </ac:spMkLst>
        </pc:spChg>
        <pc:spChg chg="add mod ord">
          <ac:chgData name="Rader, Aiden P" userId="839e04d7-056c-4a33-b562-ff30c0b4fefe" providerId="ADAL" clId="{235D96D8-1753-47B6-89AC-7B450B062254}" dt="2026-04-21T01:41:26.423" v="6295" actId="5793"/>
          <ac:spMkLst>
            <pc:docMk/>
            <pc:sldMk cId="185217410" sldId="269"/>
            <ac:spMk id="5" creationId="{D93D0266-4132-0E05-A038-02860C63F3FF}"/>
          </ac:spMkLst>
        </pc:spChg>
        <pc:spChg chg="add">
          <ac:chgData name="Rader, Aiden P" userId="839e04d7-056c-4a33-b562-ff30c0b4fefe" providerId="ADAL" clId="{235D96D8-1753-47B6-89AC-7B450B062254}" dt="2026-04-21T01:38:18.485" v="6001"/>
          <ac:spMkLst>
            <pc:docMk/>
            <pc:sldMk cId="185217410" sldId="269"/>
            <ac:spMk id="12" creationId="{6C733338-E145-9B66-29B6-78B309181D69}"/>
          </ac:spMkLst>
        </pc:spChg>
        <pc:spChg chg="add del">
          <ac:chgData name="Rader, Aiden P" userId="839e04d7-056c-4a33-b562-ff30c0b4fefe" providerId="ADAL" clId="{235D96D8-1753-47B6-89AC-7B450B062254}" dt="2026-04-21T01:36:35.058" v="5982" actId="26606"/>
          <ac:spMkLst>
            <pc:docMk/>
            <pc:sldMk cId="185217410" sldId="269"/>
            <ac:spMk id="16" creationId="{4DD35268-6FBE-0BCD-C050-3F804C7C54A2}"/>
          </ac:spMkLst>
        </pc:spChg>
        <pc:spChg chg="add del">
          <ac:chgData name="Rader, Aiden P" userId="839e04d7-056c-4a33-b562-ff30c0b4fefe" providerId="ADAL" clId="{235D96D8-1753-47B6-89AC-7B450B062254}" dt="2026-04-21T01:36:47.584" v="5988" actId="26606"/>
          <ac:spMkLst>
            <pc:docMk/>
            <pc:sldMk cId="185217410" sldId="269"/>
            <ac:spMk id="20" creationId="{CD84038B-4A56-439B-A184-79B2D4506692}"/>
          </ac:spMkLst>
        </pc:spChg>
        <pc:spChg chg="add del">
          <ac:chgData name="Rader, Aiden P" userId="839e04d7-056c-4a33-b562-ff30c0b4fefe" providerId="ADAL" clId="{235D96D8-1753-47B6-89AC-7B450B062254}" dt="2026-04-21T01:36:42.377" v="5986" actId="26606"/>
          <ac:spMkLst>
            <pc:docMk/>
            <pc:sldMk cId="185217410" sldId="269"/>
            <ac:spMk id="22" creationId="{53B475F8-50AE-46A0-9943-B2B63183D50C}"/>
          </ac:spMkLst>
        </pc:spChg>
        <pc:spChg chg="add del">
          <ac:chgData name="Rader, Aiden P" userId="839e04d7-056c-4a33-b562-ff30c0b4fefe" providerId="ADAL" clId="{235D96D8-1753-47B6-89AC-7B450B062254}" dt="2026-04-21T01:36:42.377" v="5986" actId="26606"/>
          <ac:spMkLst>
            <pc:docMk/>
            <pc:sldMk cId="185217410" sldId="269"/>
            <ac:spMk id="23" creationId="{75F6FDB4-2351-48C2-A863-2364A02343C0}"/>
          </ac:spMkLst>
        </pc:spChg>
        <pc:spChg chg="add del">
          <ac:chgData name="Rader, Aiden P" userId="839e04d7-056c-4a33-b562-ff30c0b4fefe" providerId="ADAL" clId="{235D96D8-1753-47B6-89AC-7B450B062254}" dt="2026-04-21T01:36:47.584" v="5988" actId="26606"/>
          <ac:spMkLst>
            <pc:docMk/>
            <pc:sldMk cId="185217410" sldId="269"/>
            <ac:spMk id="25" creationId="{9A506190-B75F-4A39-8E5E-DA7513B1B6A7}"/>
          </ac:spMkLst>
        </pc:spChg>
        <pc:spChg chg="add del">
          <ac:chgData name="Rader, Aiden P" userId="839e04d7-056c-4a33-b562-ff30c0b4fefe" providerId="ADAL" clId="{235D96D8-1753-47B6-89AC-7B450B062254}" dt="2026-04-21T01:36:47.584" v="5988" actId="26606"/>
          <ac:spMkLst>
            <pc:docMk/>
            <pc:sldMk cId="185217410" sldId="269"/>
            <ac:spMk id="26" creationId="{8587DE20-364E-4BE1-B603-E62BB8A635CF}"/>
          </ac:spMkLst>
        </pc:spChg>
        <pc:spChg chg="add del">
          <ac:chgData name="Rader, Aiden P" userId="839e04d7-056c-4a33-b562-ff30c0b4fefe" providerId="ADAL" clId="{235D96D8-1753-47B6-89AC-7B450B062254}" dt="2026-04-21T01:36:47.584" v="5988" actId="26606"/>
          <ac:spMkLst>
            <pc:docMk/>
            <pc:sldMk cId="185217410" sldId="269"/>
            <ac:spMk id="27" creationId="{FBCA7CDC-1A5B-46A3-ACC6-B4038FE54169}"/>
          </ac:spMkLst>
        </pc:spChg>
        <pc:spChg chg="add">
          <ac:chgData name="Rader, Aiden P" userId="839e04d7-056c-4a33-b562-ff30c0b4fefe" providerId="ADAL" clId="{235D96D8-1753-47B6-89AC-7B450B062254}" dt="2026-04-21T01:36:47.594" v="5989" actId="26606"/>
          <ac:spMkLst>
            <pc:docMk/>
            <pc:sldMk cId="185217410" sldId="269"/>
            <ac:spMk id="29" creationId="{2ABE1108-6423-4E53-85A1-817683043C77}"/>
          </ac:spMkLst>
        </pc:spChg>
        <pc:grpChg chg="add del">
          <ac:chgData name="Rader, Aiden P" userId="839e04d7-056c-4a33-b562-ff30c0b4fefe" providerId="ADAL" clId="{235D96D8-1753-47B6-89AC-7B450B062254}" dt="2026-04-21T01:36:35.058" v="5982" actId="26606"/>
          <ac:grpSpMkLst>
            <pc:docMk/>
            <pc:sldMk cId="185217410" sldId="269"/>
            <ac:grpSpMk id="18" creationId="{F3A0B02E-2A29-A1CD-0D60-A9E1681AF3C7}"/>
          </ac:grpSpMkLst>
        </pc:grpChg>
        <pc:picChg chg="add mod ord">
          <ac:chgData name="Rader, Aiden P" userId="839e04d7-056c-4a33-b562-ff30c0b4fefe" providerId="ADAL" clId="{235D96D8-1753-47B6-89AC-7B450B062254}" dt="2026-04-21T03:03:03.528" v="9451" actId="1076"/>
          <ac:picMkLst>
            <pc:docMk/>
            <pc:sldMk cId="185217410" sldId="269"/>
            <ac:picMk id="7" creationId="{E7A21672-2018-AC79-99B0-7FCCC4D66716}"/>
          </ac:picMkLst>
        </pc:picChg>
        <pc:picChg chg="add mod ord">
          <ac:chgData name="Rader, Aiden P" userId="839e04d7-056c-4a33-b562-ff30c0b4fefe" providerId="ADAL" clId="{235D96D8-1753-47B6-89AC-7B450B062254}" dt="2026-04-21T03:02:58.886" v="9449" actId="1076"/>
          <ac:picMkLst>
            <pc:docMk/>
            <pc:sldMk cId="185217410" sldId="269"/>
            <ac:picMk id="9" creationId="{B7986A5D-E2B2-5CF1-28E6-2755CE7EB11C}"/>
          </ac:picMkLst>
        </pc:picChg>
        <pc:picChg chg="add mod">
          <ac:chgData name="Rader, Aiden P" userId="839e04d7-056c-4a33-b562-ff30c0b4fefe" providerId="ADAL" clId="{235D96D8-1753-47B6-89AC-7B450B062254}" dt="2026-04-21T03:03:01.456" v="9450" actId="1076"/>
          <ac:picMkLst>
            <pc:docMk/>
            <pc:sldMk cId="185217410" sldId="269"/>
            <ac:picMk id="11" creationId="{C5413C57-36A2-8C7D-1618-153AD8C956C9}"/>
          </ac:picMkLst>
        </pc:picChg>
      </pc:sldChg>
      <pc:sldChg chg="addSp delSp modSp new mod ord modClrScheme chgLayout modNotesTx">
        <pc:chgData name="Rader, Aiden P" userId="839e04d7-056c-4a33-b562-ff30c0b4fefe" providerId="ADAL" clId="{235D96D8-1753-47B6-89AC-7B450B062254}" dt="2026-04-21T02:29:53.704" v="9081" actId="20577"/>
        <pc:sldMkLst>
          <pc:docMk/>
          <pc:sldMk cId="3080997525" sldId="270"/>
        </pc:sldMkLst>
        <pc:spChg chg="mod ord">
          <ac:chgData name="Rader, Aiden P" userId="839e04d7-056c-4a33-b562-ff30c0b4fefe" providerId="ADAL" clId="{235D96D8-1753-47B6-89AC-7B450B062254}" dt="2026-04-21T01:28:51.117" v="5925" actId="20577"/>
          <ac:spMkLst>
            <pc:docMk/>
            <pc:sldMk cId="3080997525" sldId="270"/>
            <ac:spMk id="2" creationId="{55A682A6-606C-F388-4F76-D96D7BFC82ED}"/>
          </ac:spMkLst>
        </pc:spChg>
        <pc:spChg chg="del mod ord">
          <ac:chgData name="Rader, Aiden P" userId="839e04d7-056c-4a33-b562-ff30c0b4fefe" providerId="ADAL" clId="{235D96D8-1753-47B6-89AC-7B450B062254}" dt="2026-04-21T01:21:20.257" v="5766" actId="700"/>
          <ac:spMkLst>
            <pc:docMk/>
            <pc:sldMk cId="3080997525" sldId="270"/>
            <ac:spMk id="3" creationId="{DC06F14E-046C-D183-DEBE-E0029B49B636}"/>
          </ac:spMkLst>
        </pc:spChg>
        <pc:spChg chg="add mod ord">
          <ac:chgData name="Rader, Aiden P" userId="839e04d7-056c-4a33-b562-ff30c0b4fefe" providerId="ADAL" clId="{235D96D8-1753-47B6-89AC-7B450B062254}" dt="2026-04-21T01:25:34.640" v="5860" actId="404"/>
          <ac:spMkLst>
            <pc:docMk/>
            <pc:sldMk cId="3080997525" sldId="270"/>
            <ac:spMk id="4" creationId="{59D1B512-314C-989A-6577-92540A38865B}"/>
          </ac:spMkLst>
        </pc:spChg>
        <pc:spChg chg="add mod ord">
          <ac:chgData name="Rader, Aiden P" userId="839e04d7-056c-4a33-b562-ff30c0b4fefe" providerId="ADAL" clId="{235D96D8-1753-47B6-89AC-7B450B062254}" dt="2026-04-21T02:07:10.429" v="7369" actId="139"/>
          <ac:spMkLst>
            <pc:docMk/>
            <pc:sldMk cId="3080997525" sldId="270"/>
            <ac:spMk id="5" creationId="{D5EB1ABC-029C-D919-9A41-90864A4373A3}"/>
          </ac:spMkLst>
        </pc:spChg>
        <pc:spChg chg="add mod">
          <ac:chgData name="Rader, Aiden P" userId="839e04d7-056c-4a33-b562-ff30c0b4fefe" providerId="ADAL" clId="{235D96D8-1753-47B6-89AC-7B450B062254}" dt="2026-04-21T02:06:46.726" v="7367" actId="122"/>
          <ac:spMkLst>
            <pc:docMk/>
            <pc:sldMk cId="3080997525" sldId="270"/>
            <ac:spMk id="7" creationId="{4FE7B383-F3D4-0E15-ADC4-7EA574DBB11A}"/>
          </ac:spMkLst>
        </pc:spChg>
        <pc:spChg chg="add mod ord">
          <ac:chgData name="Rader, Aiden P" userId="839e04d7-056c-4a33-b562-ff30c0b4fefe" providerId="ADAL" clId="{235D96D8-1753-47B6-89AC-7B450B062254}" dt="2026-04-21T01:28:22.490" v="5905" actId="207"/>
          <ac:spMkLst>
            <pc:docMk/>
            <pc:sldMk cId="3080997525" sldId="270"/>
            <ac:spMk id="8" creationId="{DB323542-46E2-6736-89FE-11F6F207CC16}"/>
          </ac:spMkLst>
        </pc:spChg>
      </pc:sldChg>
      <pc:sldChg chg="modSp new del">
        <pc:chgData name="Rader, Aiden P" userId="839e04d7-056c-4a33-b562-ff30c0b4fefe" providerId="ADAL" clId="{235D96D8-1753-47B6-89AC-7B450B062254}" dt="2026-04-21T00:29:46.041" v="4057" actId="47"/>
        <pc:sldMkLst>
          <pc:docMk/>
          <pc:sldMk cId="3561029684" sldId="271"/>
        </pc:sldMkLst>
      </pc:sldChg>
      <pc:sldChg chg="addSp delSp modSp new mod setBg modNotesTx">
        <pc:chgData name="Rader, Aiden P" userId="839e04d7-056c-4a33-b562-ff30c0b4fefe" providerId="ADAL" clId="{235D96D8-1753-47B6-89AC-7B450B062254}" dt="2026-04-21T02:09:41.620" v="7527" actId="20577"/>
        <pc:sldMkLst>
          <pc:docMk/>
          <pc:sldMk cId="678784008" sldId="272"/>
        </pc:sldMkLst>
        <pc:spChg chg="mod">
          <ac:chgData name="Rader, Aiden P" userId="839e04d7-056c-4a33-b562-ff30c0b4fefe" providerId="ADAL" clId="{235D96D8-1753-47B6-89AC-7B450B062254}" dt="2026-04-20T01:18:58.116" v="2558" actId="26606"/>
          <ac:spMkLst>
            <pc:docMk/>
            <pc:sldMk cId="678784008" sldId="272"/>
            <ac:spMk id="2" creationId="{7BFCD947-46A1-5978-7A8E-B0FB5F27D031}"/>
          </ac:spMkLst>
        </pc:spChg>
        <pc:spChg chg="add">
          <ac:chgData name="Rader, Aiden P" userId="839e04d7-056c-4a33-b562-ff30c0b4fefe" providerId="ADAL" clId="{235D96D8-1753-47B6-89AC-7B450B062254}" dt="2026-04-20T01:18:58.116" v="2558" actId="26606"/>
          <ac:spMkLst>
            <pc:docMk/>
            <pc:sldMk cId="678784008" sldId="272"/>
            <ac:spMk id="12" creationId="{6C4028FD-8BAA-4A19-BFDE-594D991B7552}"/>
          </ac:spMkLst>
        </pc:spChg>
        <pc:graphicFrameChg chg="add mod modGraphic">
          <ac:chgData name="Rader, Aiden P" userId="839e04d7-056c-4a33-b562-ff30c0b4fefe" providerId="ADAL" clId="{235D96D8-1753-47B6-89AC-7B450B062254}" dt="2026-04-20T01:19:07.621" v="2562" actId="403"/>
          <ac:graphicFrameMkLst>
            <pc:docMk/>
            <pc:sldMk cId="678784008" sldId="272"/>
            <ac:graphicFrameMk id="7" creationId="{27009FD8-C50D-65A4-12E8-53EFBA9DC281}"/>
          </ac:graphicFrameMkLst>
        </pc:graphicFrameChg>
      </pc:sldChg>
      <pc:sldChg chg="addSp delSp modSp new mod modClrScheme chgLayout modNotesTx">
        <pc:chgData name="Rader, Aiden P" userId="839e04d7-056c-4a33-b562-ff30c0b4fefe" providerId="ADAL" clId="{235D96D8-1753-47B6-89AC-7B450B062254}" dt="2026-04-21T02:23:25.433" v="8399" actId="115"/>
        <pc:sldMkLst>
          <pc:docMk/>
          <pc:sldMk cId="1130382697" sldId="273"/>
        </pc:sldMkLst>
        <pc:spChg chg="mod ord">
          <ac:chgData name="Rader, Aiden P" userId="839e04d7-056c-4a33-b562-ff30c0b4fefe" providerId="ADAL" clId="{235D96D8-1753-47B6-89AC-7B450B062254}" dt="2026-04-20T17:23:22.415" v="2657" actId="700"/>
          <ac:spMkLst>
            <pc:docMk/>
            <pc:sldMk cId="1130382697" sldId="273"/>
            <ac:spMk id="2" creationId="{0B79EE6E-DFE7-ED0A-B4A7-9EED191F50FB}"/>
          </ac:spMkLst>
        </pc:spChg>
        <pc:spChg chg="del mod ord">
          <ac:chgData name="Rader, Aiden P" userId="839e04d7-056c-4a33-b562-ff30c0b4fefe" providerId="ADAL" clId="{235D96D8-1753-47B6-89AC-7B450B062254}" dt="2026-04-20T17:23:22.415" v="2657" actId="700"/>
          <ac:spMkLst>
            <pc:docMk/>
            <pc:sldMk cId="1130382697" sldId="273"/>
            <ac:spMk id="3" creationId="{F9DC29FC-A807-FFF7-C528-B87733B27AC6}"/>
          </ac:spMkLst>
        </pc:spChg>
        <pc:spChg chg="add mod ord">
          <ac:chgData name="Rader, Aiden P" userId="839e04d7-056c-4a33-b562-ff30c0b4fefe" providerId="ADAL" clId="{235D96D8-1753-47B6-89AC-7B450B062254}" dt="2026-04-21T01:58:43.557" v="7311" actId="1076"/>
          <ac:spMkLst>
            <pc:docMk/>
            <pc:sldMk cId="1130382697" sldId="273"/>
            <ac:spMk id="4" creationId="{73919FE3-3673-CBA0-3094-EB5ECD3A0C39}"/>
          </ac:spMkLst>
        </pc:spChg>
        <pc:spChg chg="add del mod ord">
          <ac:chgData name="Rader, Aiden P" userId="839e04d7-056c-4a33-b562-ff30c0b4fefe" providerId="ADAL" clId="{235D96D8-1753-47B6-89AC-7B450B062254}" dt="2026-04-20T17:23:49.523" v="2660" actId="931"/>
          <ac:spMkLst>
            <pc:docMk/>
            <pc:sldMk cId="1130382697" sldId="273"/>
            <ac:spMk id="5" creationId="{B57CD6D0-760A-63A0-FED3-11BDF38FC127}"/>
          </ac:spMkLst>
        </pc:spChg>
        <pc:spChg chg="add mod ord">
          <ac:chgData name="Rader, Aiden P" userId="839e04d7-056c-4a33-b562-ff30c0b4fefe" providerId="ADAL" clId="{235D96D8-1753-47B6-89AC-7B450B062254}" dt="2026-04-21T01:58:37.499" v="7310" actId="1076"/>
          <ac:spMkLst>
            <pc:docMk/>
            <pc:sldMk cId="1130382697" sldId="273"/>
            <ac:spMk id="6" creationId="{14527C31-D246-CB35-6CF9-A29FF9DAA4D7}"/>
          </ac:spMkLst>
        </pc:spChg>
        <pc:spChg chg="add del mod ord">
          <ac:chgData name="Rader, Aiden P" userId="839e04d7-056c-4a33-b562-ff30c0b4fefe" providerId="ADAL" clId="{235D96D8-1753-47B6-89AC-7B450B062254}" dt="2026-04-20T17:23:53.935" v="2661" actId="931"/>
          <ac:spMkLst>
            <pc:docMk/>
            <pc:sldMk cId="1130382697" sldId="273"/>
            <ac:spMk id="7" creationId="{F5F982AB-42E4-AF0A-2B25-1EFEDAD71381}"/>
          </ac:spMkLst>
        </pc:spChg>
        <pc:spChg chg="add mod">
          <ac:chgData name="Rader, Aiden P" userId="839e04d7-056c-4a33-b562-ff30c0b4fefe" providerId="ADAL" clId="{235D96D8-1753-47B6-89AC-7B450B062254}" dt="2026-04-20T17:23:25.909" v="2659"/>
          <ac:spMkLst>
            <pc:docMk/>
            <pc:sldMk cId="1130382697" sldId="273"/>
            <ac:spMk id="8" creationId="{AEF0D4E1-9ECD-0B24-43F7-1935FE5348BD}"/>
          </ac:spMkLst>
        </pc:spChg>
        <pc:spChg chg="add mod">
          <ac:chgData name="Rader, Aiden P" userId="839e04d7-056c-4a33-b562-ff30c0b4fefe" providerId="ADAL" clId="{235D96D8-1753-47B6-89AC-7B450B062254}" dt="2026-04-21T02:05:20.591" v="7346" actId="1076"/>
          <ac:spMkLst>
            <pc:docMk/>
            <pc:sldMk cId="1130382697" sldId="273"/>
            <ac:spMk id="13" creationId="{B68C9942-7C39-CC2C-C65B-B3176AE80F81}"/>
          </ac:spMkLst>
        </pc:spChg>
        <pc:spChg chg="add mod">
          <ac:chgData name="Rader, Aiden P" userId="839e04d7-056c-4a33-b562-ff30c0b4fefe" providerId="ADAL" clId="{235D96D8-1753-47B6-89AC-7B450B062254}" dt="2026-04-21T02:05:17.767" v="7345" actId="1076"/>
          <ac:spMkLst>
            <pc:docMk/>
            <pc:sldMk cId="1130382697" sldId="273"/>
            <ac:spMk id="14" creationId="{EE82A8BD-954E-834E-0756-77AFE5FB42A0}"/>
          </ac:spMkLst>
        </pc:spChg>
        <pc:spChg chg="add">
          <ac:chgData name="Rader, Aiden P" userId="839e04d7-056c-4a33-b562-ff30c0b4fefe" providerId="ADAL" clId="{235D96D8-1753-47B6-89AC-7B450B062254}" dt="2026-04-20T17:26:38.509" v="2788"/>
          <ac:spMkLst>
            <pc:docMk/>
            <pc:sldMk cId="1130382697" sldId="273"/>
            <ac:spMk id="15" creationId="{2CAC276A-C92D-2589-9819-8C6AC653D6A4}"/>
          </ac:spMkLst>
        </pc:spChg>
        <pc:spChg chg="add mod">
          <ac:chgData name="Rader, Aiden P" userId="839e04d7-056c-4a33-b562-ff30c0b4fefe" providerId="ADAL" clId="{235D96D8-1753-47B6-89AC-7B450B062254}" dt="2026-04-21T02:05:24.137" v="7347" actId="1076"/>
          <ac:spMkLst>
            <pc:docMk/>
            <pc:sldMk cId="1130382697" sldId="273"/>
            <ac:spMk id="16" creationId="{0BEC8C66-30EB-6385-0547-D2D6664CAC3C}"/>
          </ac:spMkLst>
        </pc:spChg>
        <pc:spChg chg="add mod">
          <ac:chgData name="Rader, Aiden P" userId="839e04d7-056c-4a33-b562-ff30c0b4fefe" providerId="ADAL" clId="{235D96D8-1753-47B6-89AC-7B450B062254}" dt="2026-04-21T02:05:02.313" v="7335" actId="20577"/>
          <ac:spMkLst>
            <pc:docMk/>
            <pc:sldMk cId="1130382697" sldId="273"/>
            <ac:spMk id="17" creationId="{09A7041A-0919-4BAA-3415-41DC35CCAC7F}"/>
          </ac:spMkLst>
        </pc:spChg>
        <pc:spChg chg="add mod">
          <ac:chgData name="Rader, Aiden P" userId="839e04d7-056c-4a33-b562-ff30c0b4fefe" providerId="ADAL" clId="{235D96D8-1753-47B6-89AC-7B450B062254}" dt="2026-04-21T02:05:10.128" v="7344" actId="1076"/>
          <ac:spMkLst>
            <pc:docMk/>
            <pc:sldMk cId="1130382697" sldId="273"/>
            <ac:spMk id="18" creationId="{91434405-BE89-683A-7BEB-4300B312B868}"/>
          </ac:spMkLst>
        </pc:spChg>
        <pc:picChg chg="add mod ord modCrop">
          <ac:chgData name="Rader, Aiden P" userId="839e04d7-056c-4a33-b562-ff30c0b4fefe" providerId="ADAL" clId="{235D96D8-1753-47B6-89AC-7B450B062254}" dt="2026-04-21T01:59:30.157" v="7317" actId="1076"/>
          <ac:picMkLst>
            <pc:docMk/>
            <pc:sldMk cId="1130382697" sldId="273"/>
            <ac:picMk id="10" creationId="{D5771EA3-A2EE-D93F-26BC-E4A7D8FF5246}"/>
          </ac:picMkLst>
        </pc:picChg>
        <pc:picChg chg="add mod ord modCrop">
          <ac:chgData name="Rader, Aiden P" userId="839e04d7-056c-4a33-b562-ff30c0b4fefe" providerId="ADAL" clId="{235D96D8-1753-47B6-89AC-7B450B062254}" dt="2026-04-21T01:59:01.793" v="7313" actId="1076"/>
          <ac:picMkLst>
            <pc:docMk/>
            <pc:sldMk cId="1130382697" sldId="273"/>
            <ac:picMk id="12" creationId="{B770FA49-DB9F-3F5B-D191-2F951B63495A}"/>
          </ac:picMkLst>
        </pc:picChg>
      </pc:sldChg>
      <pc:sldChg chg="addSp delSp modSp add mod setBg modNotesTx">
        <pc:chgData name="Rader, Aiden P" userId="839e04d7-056c-4a33-b562-ff30c0b4fefe" providerId="ADAL" clId="{235D96D8-1753-47B6-89AC-7B450B062254}" dt="2026-04-21T02:33:08.940" v="9360" actId="403"/>
        <pc:sldMkLst>
          <pc:docMk/>
          <pc:sldMk cId="2070495693" sldId="274"/>
        </pc:sldMkLst>
        <pc:spChg chg="mod">
          <ac:chgData name="Rader, Aiden P" userId="839e04d7-056c-4a33-b562-ff30c0b4fefe" providerId="ADAL" clId="{235D96D8-1753-47B6-89AC-7B450B062254}" dt="2026-04-20T17:45:43.158" v="3340" actId="114"/>
          <ac:spMkLst>
            <pc:docMk/>
            <pc:sldMk cId="2070495693" sldId="274"/>
            <ac:spMk id="2" creationId="{67A756D4-6514-5F3F-C370-7D146A6764B4}"/>
          </ac:spMkLst>
        </pc:spChg>
        <pc:spChg chg="del">
          <ac:chgData name="Rader, Aiden P" userId="839e04d7-056c-4a33-b562-ff30c0b4fefe" providerId="ADAL" clId="{235D96D8-1753-47B6-89AC-7B450B062254}" dt="2026-04-20T17:38:06.610" v="2905" actId="931"/>
          <ac:spMkLst>
            <pc:docMk/>
            <pc:sldMk cId="2070495693" sldId="274"/>
            <ac:spMk id="6" creationId="{D9B218A0-24DE-5F6D-8283-8B1490D46C70}"/>
          </ac:spMkLst>
        </pc:spChg>
        <pc:spChg chg="add mod">
          <ac:chgData name="Rader, Aiden P" userId="839e04d7-056c-4a33-b562-ff30c0b4fefe" providerId="ADAL" clId="{235D96D8-1753-47B6-89AC-7B450B062254}" dt="2026-04-21T02:33:08.940" v="9360" actId="403"/>
          <ac:spMkLst>
            <pc:docMk/>
            <pc:sldMk cId="2070495693" sldId="274"/>
            <ac:spMk id="8" creationId="{CAA24C5B-FE72-7FE0-2520-ED99FCA2FCAB}"/>
          </ac:spMkLst>
        </pc:spChg>
        <pc:spChg chg="add mod">
          <ac:chgData name="Rader, Aiden P" userId="839e04d7-056c-4a33-b562-ff30c0b4fefe" providerId="ADAL" clId="{235D96D8-1753-47B6-89AC-7B450B062254}" dt="2026-04-21T02:12:33.677" v="7765" actId="20577"/>
          <ac:spMkLst>
            <pc:docMk/>
            <pc:sldMk cId="2070495693" sldId="274"/>
            <ac:spMk id="9" creationId="{2CBB200B-5913-0E24-9735-CD8A412925C0}"/>
          </ac:spMkLst>
        </pc:spChg>
        <pc:spChg chg="add mod">
          <ac:chgData name="Rader, Aiden P" userId="839e04d7-056c-4a33-b562-ff30c0b4fefe" providerId="ADAL" clId="{235D96D8-1753-47B6-89AC-7B450B062254}" dt="2026-04-20T17:45:19.663" v="3333" actId="14100"/>
          <ac:spMkLst>
            <pc:docMk/>
            <pc:sldMk cId="2070495693" sldId="274"/>
            <ac:spMk id="11" creationId="{6520A648-1008-3170-5074-91203208E426}"/>
          </ac:spMkLst>
        </pc:spChg>
        <pc:spChg chg="add">
          <ac:chgData name="Rader, Aiden P" userId="839e04d7-056c-4a33-b562-ff30c0b4fefe" providerId="ADAL" clId="{235D96D8-1753-47B6-89AC-7B450B062254}" dt="2026-04-20T17:38:11.740" v="2906" actId="26606"/>
          <ac:spMkLst>
            <pc:docMk/>
            <pc:sldMk cId="2070495693" sldId="274"/>
            <ac:spMk id="14" creationId="{84DF55BE-B4AB-4BA1-BDE1-E9F7FB3F110A}"/>
          </ac:spMkLst>
        </pc:spChg>
        <pc:picChg chg="add mod ord">
          <ac:chgData name="Rader, Aiden P" userId="839e04d7-056c-4a33-b562-ff30c0b4fefe" providerId="ADAL" clId="{235D96D8-1753-47B6-89AC-7B450B062254}" dt="2026-04-20T17:45:32.366" v="3335" actId="14100"/>
          <ac:picMkLst>
            <pc:docMk/>
            <pc:sldMk cId="2070495693" sldId="274"/>
            <ac:picMk id="4" creationId="{E36B1389-88DF-7952-FB6F-06CFDA3FEFD0}"/>
          </ac:picMkLst>
        </pc:picChg>
        <pc:picChg chg="add mod">
          <ac:chgData name="Rader, Aiden P" userId="839e04d7-056c-4a33-b562-ff30c0b4fefe" providerId="ADAL" clId="{235D96D8-1753-47B6-89AC-7B450B062254}" dt="2026-04-20T17:45:35.312" v="3336" actId="14100"/>
          <ac:picMkLst>
            <pc:docMk/>
            <pc:sldMk cId="2070495693" sldId="274"/>
            <ac:picMk id="7" creationId="{FBB5AE32-DECE-96EF-95C3-0C989541755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A13A2E-3523-4296-A747-4CA4602CD88A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501DFF2-681B-465C-9A81-D1688A47F4D0}">
      <dgm:prSet phldrT="[Text]"/>
      <dgm:spPr/>
      <dgm:t>
        <a:bodyPr/>
        <a:lstStyle/>
        <a:p>
          <a:r>
            <a:rPr lang="en-US"/>
            <a:t>Raw Data</a:t>
          </a:r>
        </a:p>
      </dgm:t>
    </dgm:pt>
    <dgm:pt modelId="{02DBDCED-4045-4DF0-86FF-70E9CC5DC72D}" type="parTrans" cxnId="{16F0C72E-FB7B-4C5B-856D-2EB7B60F57CB}">
      <dgm:prSet/>
      <dgm:spPr/>
      <dgm:t>
        <a:bodyPr/>
        <a:lstStyle/>
        <a:p>
          <a:endParaRPr lang="en-US"/>
        </a:p>
      </dgm:t>
    </dgm:pt>
    <dgm:pt modelId="{96629186-27B0-43BF-ABF0-E28C3CA79745}" type="sibTrans" cxnId="{16F0C72E-FB7B-4C5B-856D-2EB7B60F57CB}">
      <dgm:prSet/>
      <dgm:spPr/>
      <dgm:t>
        <a:bodyPr/>
        <a:lstStyle/>
        <a:p>
          <a:endParaRPr lang="en-US"/>
        </a:p>
      </dgm:t>
    </dgm:pt>
    <dgm:pt modelId="{7D369E76-2F49-4FDD-9215-3928C1F1380B}">
      <dgm:prSet phldrT="[Text]"/>
      <dgm:spPr/>
      <dgm:t>
        <a:bodyPr/>
        <a:lstStyle/>
        <a:p>
          <a:r>
            <a:rPr lang="en-US"/>
            <a:t>German Labels</a:t>
          </a:r>
        </a:p>
      </dgm:t>
    </dgm:pt>
    <dgm:pt modelId="{6110232B-F4BB-43F5-BB1E-4BB832CCE54F}" type="parTrans" cxnId="{9E9CCD43-2C97-4CAD-9BE5-CAF88E552B8E}">
      <dgm:prSet/>
      <dgm:spPr/>
      <dgm:t>
        <a:bodyPr/>
        <a:lstStyle/>
        <a:p>
          <a:endParaRPr lang="en-US"/>
        </a:p>
      </dgm:t>
    </dgm:pt>
    <dgm:pt modelId="{25428DAF-E487-4AF4-9DA6-9C1D085BB56A}" type="sibTrans" cxnId="{9E9CCD43-2C97-4CAD-9BE5-CAF88E552B8E}">
      <dgm:prSet/>
      <dgm:spPr/>
      <dgm:t>
        <a:bodyPr/>
        <a:lstStyle/>
        <a:p>
          <a:endParaRPr lang="en-US"/>
        </a:p>
      </dgm:t>
    </dgm:pt>
    <dgm:pt modelId="{8AA57434-A65C-4CDC-8892-B4D3632DC06D}">
      <dgm:prSet phldrT="[Text]"/>
      <dgm:spPr/>
      <dgm:t>
        <a:bodyPr/>
        <a:lstStyle/>
        <a:p>
          <a:r>
            <a:rPr lang="en-US"/>
            <a:t>Filtering</a:t>
          </a:r>
        </a:p>
      </dgm:t>
    </dgm:pt>
    <dgm:pt modelId="{86145281-58E6-4BB5-B188-1A75D6CECAC8}" type="parTrans" cxnId="{628C0B3F-97E4-4CC1-A58D-9D76336A5E7F}">
      <dgm:prSet/>
      <dgm:spPr/>
      <dgm:t>
        <a:bodyPr/>
        <a:lstStyle/>
        <a:p>
          <a:endParaRPr lang="en-US"/>
        </a:p>
      </dgm:t>
    </dgm:pt>
    <dgm:pt modelId="{F90B792E-1E66-4532-8FE7-E693F23732C4}" type="sibTrans" cxnId="{628C0B3F-97E4-4CC1-A58D-9D76336A5E7F}">
      <dgm:prSet/>
      <dgm:spPr/>
      <dgm:t>
        <a:bodyPr/>
        <a:lstStyle/>
        <a:p>
          <a:endParaRPr lang="en-US"/>
        </a:p>
      </dgm:t>
    </dgm:pt>
    <dgm:pt modelId="{AB17F5AD-7B1B-436C-BBF4-288A96539036}">
      <dgm:prSet phldrT="[Text]"/>
      <dgm:spPr/>
      <dgm:t>
        <a:bodyPr/>
        <a:lstStyle/>
        <a:p>
          <a:r>
            <a:rPr lang="en-US"/>
            <a:t>Remove invalids</a:t>
          </a:r>
        </a:p>
      </dgm:t>
    </dgm:pt>
    <dgm:pt modelId="{62D7A540-7CB0-4860-91E5-876FC96DB3DB}" type="parTrans" cxnId="{892376D9-2ECF-4D1D-893D-68F6AAF289FA}">
      <dgm:prSet/>
      <dgm:spPr/>
      <dgm:t>
        <a:bodyPr/>
        <a:lstStyle/>
        <a:p>
          <a:endParaRPr lang="en-US"/>
        </a:p>
      </dgm:t>
    </dgm:pt>
    <dgm:pt modelId="{98958A72-AD9F-4AE6-AC94-65886434F754}" type="sibTrans" cxnId="{892376D9-2ECF-4D1D-893D-68F6AAF289FA}">
      <dgm:prSet/>
      <dgm:spPr/>
      <dgm:t>
        <a:bodyPr/>
        <a:lstStyle/>
        <a:p>
          <a:endParaRPr lang="en-US"/>
        </a:p>
      </dgm:t>
    </dgm:pt>
    <dgm:pt modelId="{B5CE4A9B-12C8-4C3D-9B9F-5F16EDE79D6D}">
      <dgm:prSet phldrT="[Text]"/>
      <dgm:spPr/>
      <dgm:t>
        <a:bodyPr/>
        <a:lstStyle/>
        <a:p>
          <a:r>
            <a:rPr lang="en-US"/>
            <a:t>Standardization</a:t>
          </a:r>
        </a:p>
      </dgm:t>
    </dgm:pt>
    <dgm:pt modelId="{A8C16480-8A09-4E2C-BEE0-013D7255BAED}" type="parTrans" cxnId="{FD434C41-988C-437A-BB7B-1C0F686F7831}">
      <dgm:prSet/>
      <dgm:spPr/>
      <dgm:t>
        <a:bodyPr/>
        <a:lstStyle/>
        <a:p>
          <a:endParaRPr lang="en-US"/>
        </a:p>
      </dgm:t>
    </dgm:pt>
    <dgm:pt modelId="{E14D712C-443D-46BB-AE0B-1309A121D508}" type="sibTrans" cxnId="{FD434C41-988C-437A-BB7B-1C0F686F7831}">
      <dgm:prSet/>
      <dgm:spPr/>
      <dgm:t>
        <a:bodyPr/>
        <a:lstStyle/>
        <a:p>
          <a:endParaRPr lang="en-US"/>
        </a:p>
      </dgm:t>
    </dgm:pt>
    <dgm:pt modelId="{1D049982-70CC-4593-AE2A-F7371E6F883E}">
      <dgm:prSet phldrT="[Text]"/>
      <dgm:spPr/>
      <dgm:t>
        <a:bodyPr/>
        <a:lstStyle/>
        <a:p>
          <a:r>
            <a:rPr lang="en-US"/>
            <a:t>Feature Engineering</a:t>
          </a:r>
        </a:p>
      </dgm:t>
    </dgm:pt>
    <dgm:pt modelId="{BDDA1C0F-1117-4B28-BDD7-5DF7A2E4A85C}" type="parTrans" cxnId="{7BBDC3FA-70BA-4203-9F0E-0B4D3183F5FD}">
      <dgm:prSet/>
      <dgm:spPr/>
      <dgm:t>
        <a:bodyPr/>
        <a:lstStyle/>
        <a:p>
          <a:endParaRPr lang="en-US"/>
        </a:p>
      </dgm:t>
    </dgm:pt>
    <dgm:pt modelId="{EBBB971B-B741-4613-9121-60B77AC90729}" type="sibTrans" cxnId="{7BBDC3FA-70BA-4203-9F0E-0B4D3183F5FD}">
      <dgm:prSet/>
      <dgm:spPr/>
      <dgm:t>
        <a:bodyPr/>
        <a:lstStyle/>
        <a:p>
          <a:endParaRPr lang="en-US"/>
        </a:p>
      </dgm:t>
    </dgm:pt>
    <dgm:pt modelId="{6D3EA748-D584-4F69-B2C0-5529156649D7}">
      <dgm:prSet phldrT="[Text]"/>
      <dgm:spPr/>
      <dgm:t>
        <a:bodyPr/>
        <a:lstStyle/>
        <a:p>
          <a:r>
            <a:rPr lang="en-US"/>
            <a:t>Clean labels</a:t>
          </a:r>
        </a:p>
      </dgm:t>
    </dgm:pt>
    <dgm:pt modelId="{B086179D-9438-4D73-86FD-A21E3F8EC10E}" type="parTrans" cxnId="{B2204CBD-0DE6-4CE4-A887-D8EAA19909C2}">
      <dgm:prSet/>
      <dgm:spPr/>
      <dgm:t>
        <a:bodyPr/>
        <a:lstStyle/>
        <a:p>
          <a:endParaRPr lang="en-US"/>
        </a:p>
      </dgm:t>
    </dgm:pt>
    <dgm:pt modelId="{003083DE-B9DD-43B4-AC2F-42BC9DAD4E61}" type="sibTrans" cxnId="{B2204CBD-0DE6-4CE4-A887-D8EAA19909C2}">
      <dgm:prSet/>
      <dgm:spPr/>
      <dgm:t>
        <a:bodyPr/>
        <a:lstStyle/>
        <a:p>
          <a:endParaRPr lang="en-US"/>
        </a:p>
      </dgm:t>
    </dgm:pt>
    <dgm:pt modelId="{17BF5E84-95C8-4D1B-8F41-B0FA59F55F2A}">
      <dgm:prSet phldrT="[Text]"/>
      <dgm:spPr/>
      <dgm:t>
        <a:bodyPr/>
        <a:lstStyle/>
        <a:p>
          <a:r>
            <a:rPr lang="en-US"/>
            <a:t>Create “model_age”</a:t>
          </a:r>
        </a:p>
      </dgm:t>
    </dgm:pt>
    <dgm:pt modelId="{A5EB00ED-E08F-4D92-887B-F5A26F7F117B}" type="parTrans" cxnId="{424087D5-3D43-42BB-A201-5F1C5F3DE07F}">
      <dgm:prSet/>
      <dgm:spPr/>
      <dgm:t>
        <a:bodyPr/>
        <a:lstStyle/>
        <a:p>
          <a:endParaRPr lang="en-US"/>
        </a:p>
      </dgm:t>
    </dgm:pt>
    <dgm:pt modelId="{4747AAFF-0E7C-461D-8866-F3440BF8AC44}" type="sibTrans" cxnId="{424087D5-3D43-42BB-A201-5F1C5F3DE07F}">
      <dgm:prSet/>
      <dgm:spPr/>
      <dgm:t>
        <a:bodyPr/>
        <a:lstStyle/>
        <a:p>
          <a:endParaRPr lang="en-US"/>
        </a:p>
      </dgm:t>
    </dgm:pt>
    <dgm:pt modelId="{A4992D8A-CCEB-4E70-919C-74B5D386ADDD}">
      <dgm:prSet phldrT="[Text]"/>
      <dgm:spPr/>
      <dgm:t>
        <a:bodyPr/>
        <a:lstStyle/>
        <a:p>
          <a:r>
            <a:rPr lang="en-US"/>
            <a:t>Final Data</a:t>
          </a:r>
        </a:p>
      </dgm:t>
    </dgm:pt>
    <dgm:pt modelId="{0A559FE8-13A2-460D-A324-2C347F8B7749}" type="parTrans" cxnId="{D015FDB6-E0E9-469B-8AAE-7B9CBCC6C8A4}">
      <dgm:prSet/>
      <dgm:spPr/>
      <dgm:t>
        <a:bodyPr/>
        <a:lstStyle/>
        <a:p>
          <a:endParaRPr lang="en-US"/>
        </a:p>
      </dgm:t>
    </dgm:pt>
    <dgm:pt modelId="{AFFC3FB6-A22E-47F3-AF44-099285797CF8}" type="sibTrans" cxnId="{D015FDB6-E0E9-469B-8AAE-7B9CBCC6C8A4}">
      <dgm:prSet/>
      <dgm:spPr/>
      <dgm:t>
        <a:bodyPr/>
        <a:lstStyle/>
        <a:p>
          <a:endParaRPr lang="en-US"/>
        </a:p>
      </dgm:t>
    </dgm:pt>
    <dgm:pt modelId="{9E84D58D-C41E-4576-8C9C-66403FDFEF88}">
      <dgm:prSet phldrT="[Text]"/>
      <dgm:spPr/>
      <dgm:t>
        <a:bodyPr/>
        <a:lstStyle/>
        <a:p>
          <a:r>
            <a:rPr lang="en-US"/>
            <a:t>Clean</a:t>
          </a:r>
        </a:p>
      </dgm:t>
    </dgm:pt>
    <dgm:pt modelId="{B704F70A-6C13-4C4B-A766-0404B5EBB32F}" type="parTrans" cxnId="{A8AAA646-7B59-4AD3-9D0D-263477A17550}">
      <dgm:prSet/>
      <dgm:spPr/>
      <dgm:t>
        <a:bodyPr/>
        <a:lstStyle/>
        <a:p>
          <a:endParaRPr lang="en-US"/>
        </a:p>
      </dgm:t>
    </dgm:pt>
    <dgm:pt modelId="{69A4C5A0-4003-4FBD-AB3F-9A2D0A18D646}" type="sibTrans" cxnId="{A8AAA646-7B59-4AD3-9D0D-263477A17550}">
      <dgm:prSet/>
      <dgm:spPr/>
      <dgm:t>
        <a:bodyPr/>
        <a:lstStyle/>
        <a:p>
          <a:endParaRPr lang="en-US"/>
        </a:p>
      </dgm:t>
    </dgm:pt>
    <dgm:pt modelId="{83EF0AE9-8857-4F96-947A-C35028ED5545}">
      <dgm:prSet phldrT="[Text]"/>
      <dgm:spPr/>
      <dgm:t>
        <a:bodyPr/>
        <a:lstStyle/>
        <a:p>
          <a:r>
            <a:rPr lang="en-US"/>
            <a:t>Missing Values</a:t>
          </a:r>
        </a:p>
      </dgm:t>
    </dgm:pt>
    <dgm:pt modelId="{684FBEE7-78DB-438B-A041-E282F1B0006E}" type="parTrans" cxnId="{37102A30-5E7A-443E-A2A5-CF242D6002B7}">
      <dgm:prSet/>
      <dgm:spPr/>
      <dgm:t>
        <a:bodyPr/>
        <a:lstStyle/>
        <a:p>
          <a:endParaRPr lang="en-US"/>
        </a:p>
      </dgm:t>
    </dgm:pt>
    <dgm:pt modelId="{76A772FB-B045-42D3-8A5F-B894800C1E14}" type="sibTrans" cxnId="{37102A30-5E7A-443E-A2A5-CF242D6002B7}">
      <dgm:prSet/>
      <dgm:spPr/>
      <dgm:t>
        <a:bodyPr/>
        <a:lstStyle/>
        <a:p>
          <a:endParaRPr lang="en-US"/>
        </a:p>
      </dgm:t>
    </dgm:pt>
    <dgm:pt modelId="{AD5AF1B8-D537-4E16-9369-9C5E02B88B5D}">
      <dgm:prSet phldrT="[Text]"/>
      <dgm:spPr/>
      <dgm:t>
        <a:bodyPr/>
        <a:lstStyle/>
        <a:p>
          <a:r>
            <a:rPr lang="en-US"/>
            <a:t>Noisy entries</a:t>
          </a:r>
        </a:p>
      </dgm:t>
    </dgm:pt>
    <dgm:pt modelId="{26396DC1-DA02-4C2F-AE01-70F1455BD697}" type="parTrans" cxnId="{15E19DF6-FAA0-4573-B77C-5E72FB9C2A0F}">
      <dgm:prSet/>
      <dgm:spPr/>
      <dgm:t>
        <a:bodyPr/>
        <a:lstStyle/>
        <a:p>
          <a:endParaRPr lang="en-US"/>
        </a:p>
      </dgm:t>
    </dgm:pt>
    <dgm:pt modelId="{C3144E2B-F4BA-4D16-893F-103C56A16C40}" type="sibTrans" cxnId="{15E19DF6-FAA0-4573-B77C-5E72FB9C2A0F}">
      <dgm:prSet/>
      <dgm:spPr/>
      <dgm:t>
        <a:bodyPr/>
        <a:lstStyle/>
        <a:p>
          <a:endParaRPr lang="en-US"/>
        </a:p>
      </dgm:t>
    </dgm:pt>
    <dgm:pt modelId="{18ACD38C-2215-4789-A66C-23408CA065E8}">
      <dgm:prSet phldrT="[Text]"/>
      <dgm:spPr/>
      <dgm:t>
        <a:bodyPr/>
        <a:lstStyle/>
        <a:p>
          <a:r>
            <a:rPr lang="en-US"/>
            <a:t>Drop columns</a:t>
          </a:r>
        </a:p>
      </dgm:t>
    </dgm:pt>
    <dgm:pt modelId="{F3130D41-DC52-4356-9DC8-799FD81C3753}" type="parTrans" cxnId="{79B31F70-AB23-43BF-B5E0-379AE10B884B}">
      <dgm:prSet/>
      <dgm:spPr/>
      <dgm:t>
        <a:bodyPr/>
        <a:lstStyle/>
        <a:p>
          <a:endParaRPr lang="en-US"/>
        </a:p>
      </dgm:t>
    </dgm:pt>
    <dgm:pt modelId="{4CC18B9D-ACD1-4C50-B5B8-381242CF1D88}" type="sibTrans" cxnId="{79B31F70-AB23-43BF-B5E0-379AE10B884B}">
      <dgm:prSet/>
      <dgm:spPr/>
      <dgm:t>
        <a:bodyPr/>
        <a:lstStyle/>
        <a:p>
          <a:endParaRPr lang="en-US"/>
        </a:p>
      </dgm:t>
    </dgm:pt>
    <dgm:pt modelId="{4CA0969C-4209-481D-B03A-47AB025E0301}">
      <dgm:prSet phldrT="[Text]"/>
      <dgm:spPr/>
      <dgm:t>
        <a:bodyPr/>
        <a:lstStyle/>
        <a:p>
          <a:r>
            <a:rPr lang="en-US"/>
            <a:t>Fix Formats</a:t>
          </a:r>
        </a:p>
      </dgm:t>
    </dgm:pt>
    <dgm:pt modelId="{7A3F49C4-4578-43BC-9307-A6763880FEF3}" type="parTrans" cxnId="{C92D1ADE-3BB9-4815-953E-63E34F3C9A3C}">
      <dgm:prSet/>
      <dgm:spPr/>
      <dgm:t>
        <a:bodyPr/>
        <a:lstStyle/>
        <a:p>
          <a:endParaRPr lang="en-US"/>
        </a:p>
      </dgm:t>
    </dgm:pt>
    <dgm:pt modelId="{C769FC33-C526-4B47-ADBA-2D2E381F26F0}" type="sibTrans" cxnId="{C92D1ADE-3BB9-4815-953E-63E34F3C9A3C}">
      <dgm:prSet/>
      <dgm:spPr/>
      <dgm:t>
        <a:bodyPr/>
        <a:lstStyle/>
        <a:p>
          <a:endParaRPr lang="en-US"/>
        </a:p>
      </dgm:t>
    </dgm:pt>
    <dgm:pt modelId="{C848FFF2-B7C6-4B53-BE83-AC3013485992}">
      <dgm:prSet phldrT="[Text]"/>
      <dgm:spPr/>
      <dgm:t>
        <a:bodyPr/>
        <a:lstStyle/>
        <a:p>
          <a:r>
            <a:rPr lang="en-US"/>
            <a:t>Simplify types</a:t>
          </a:r>
        </a:p>
      </dgm:t>
    </dgm:pt>
    <dgm:pt modelId="{0D3F4508-4832-4E8F-98DF-CFB20CE51B74}" type="parTrans" cxnId="{D88319C9-39AC-41BF-83A8-B758638F50F9}">
      <dgm:prSet/>
      <dgm:spPr/>
      <dgm:t>
        <a:bodyPr/>
        <a:lstStyle/>
        <a:p>
          <a:endParaRPr lang="en-US"/>
        </a:p>
      </dgm:t>
    </dgm:pt>
    <dgm:pt modelId="{5291C71E-BCF1-46F9-988F-5A8E050F36FB}" type="sibTrans" cxnId="{D88319C9-39AC-41BF-83A8-B758638F50F9}">
      <dgm:prSet/>
      <dgm:spPr/>
      <dgm:t>
        <a:bodyPr/>
        <a:lstStyle/>
        <a:p>
          <a:endParaRPr lang="en-US"/>
        </a:p>
      </dgm:t>
    </dgm:pt>
    <dgm:pt modelId="{A4709584-2678-46F7-BCE5-3AFBD658F8CF}">
      <dgm:prSet phldrT="[Text]"/>
      <dgm:spPr/>
      <dgm:t>
        <a:bodyPr/>
        <a:lstStyle/>
        <a:p>
          <a:r>
            <a:rPr lang="en-US"/>
            <a:t>Structured</a:t>
          </a:r>
        </a:p>
      </dgm:t>
    </dgm:pt>
    <dgm:pt modelId="{2C650C95-D215-42E5-9543-085498880569}" type="parTrans" cxnId="{48FB1F33-93AB-46B1-9A2C-A6A4D071FEA1}">
      <dgm:prSet/>
      <dgm:spPr/>
      <dgm:t>
        <a:bodyPr/>
        <a:lstStyle/>
        <a:p>
          <a:endParaRPr lang="en-US"/>
        </a:p>
      </dgm:t>
    </dgm:pt>
    <dgm:pt modelId="{20CB5C5E-D3D2-41D5-B717-373111F41A58}" type="sibTrans" cxnId="{48FB1F33-93AB-46B1-9A2C-A6A4D071FEA1}">
      <dgm:prSet/>
      <dgm:spPr/>
      <dgm:t>
        <a:bodyPr/>
        <a:lstStyle/>
        <a:p>
          <a:endParaRPr lang="en-US"/>
        </a:p>
      </dgm:t>
    </dgm:pt>
    <dgm:pt modelId="{C7BD017F-3A15-4EC5-BBB3-2D3A2049305D}">
      <dgm:prSet phldrT="[Text]"/>
      <dgm:spPr/>
      <dgm:t>
        <a:bodyPr/>
        <a:lstStyle/>
        <a:p>
          <a:r>
            <a:rPr lang="en-US" dirty="0"/>
            <a:t>Ready</a:t>
          </a:r>
        </a:p>
      </dgm:t>
    </dgm:pt>
    <dgm:pt modelId="{141A94AC-18DA-49E0-B949-A325CDD3CC3F}" type="parTrans" cxnId="{374BFA32-7EF4-487E-9B55-3C4A6E2755EB}">
      <dgm:prSet/>
      <dgm:spPr/>
      <dgm:t>
        <a:bodyPr/>
        <a:lstStyle/>
        <a:p>
          <a:endParaRPr lang="en-US"/>
        </a:p>
      </dgm:t>
    </dgm:pt>
    <dgm:pt modelId="{3F78E4FB-AF3B-4639-97D9-593EB8E203F6}" type="sibTrans" cxnId="{374BFA32-7EF4-487E-9B55-3C4A6E2755EB}">
      <dgm:prSet/>
      <dgm:spPr/>
      <dgm:t>
        <a:bodyPr/>
        <a:lstStyle/>
        <a:p>
          <a:endParaRPr lang="en-US"/>
        </a:p>
      </dgm:t>
    </dgm:pt>
    <dgm:pt modelId="{B956934E-56B1-4AC5-8CA3-F0EECE183D5A}" type="pres">
      <dgm:prSet presAssocID="{85A13A2E-3523-4296-A747-4CA4602CD88A}" presName="Name0" presStyleCnt="0">
        <dgm:presLayoutVars>
          <dgm:dir/>
          <dgm:animLvl val="lvl"/>
          <dgm:resizeHandles val="exact"/>
        </dgm:presLayoutVars>
      </dgm:prSet>
      <dgm:spPr/>
    </dgm:pt>
    <dgm:pt modelId="{704655F2-7C92-4226-B45A-3208BCD7F9ED}" type="pres">
      <dgm:prSet presAssocID="{1501DFF2-681B-465C-9A81-D1688A47F4D0}" presName="composite" presStyleCnt="0"/>
      <dgm:spPr/>
    </dgm:pt>
    <dgm:pt modelId="{6EFF9A13-B199-4127-B451-91A300BD6D3B}" type="pres">
      <dgm:prSet presAssocID="{1501DFF2-681B-465C-9A81-D1688A47F4D0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CF8FC2BD-C62F-430C-A65A-2C7C18ADA542}" type="pres">
      <dgm:prSet presAssocID="{1501DFF2-681B-465C-9A81-D1688A47F4D0}" presName="desTx" presStyleLbl="revTx" presStyleIdx="0" presStyleCnt="5">
        <dgm:presLayoutVars>
          <dgm:bulletEnabled val="1"/>
        </dgm:presLayoutVars>
      </dgm:prSet>
      <dgm:spPr/>
    </dgm:pt>
    <dgm:pt modelId="{620BCF4F-1652-4A4B-B1E8-7D5FF4E6B93B}" type="pres">
      <dgm:prSet presAssocID="{96629186-27B0-43BF-ABF0-E28C3CA79745}" presName="space" presStyleCnt="0"/>
      <dgm:spPr/>
    </dgm:pt>
    <dgm:pt modelId="{3B21706E-56AA-4BEB-92A9-464BCD1C3B96}" type="pres">
      <dgm:prSet presAssocID="{8AA57434-A65C-4CDC-8892-B4D3632DC06D}" presName="composite" presStyleCnt="0"/>
      <dgm:spPr/>
    </dgm:pt>
    <dgm:pt modelId="{12EB0B2B-FD3E-4B8F-8227-5198346F9679}" type="pres">
      <dgm:prSet presAssocID="{8AA57434-A65C-4CDC-8892-B4D3632DC06D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A64117F9-67DB-46D7-9575-D73718168BE8}" type="pres">
      <dgm:prSet presAssocID="{8AA57434-A65C-4CDC-8892-B4D3632DC06D}" presName="desTx" presStyleLbl="revTx" presStyleIdx="1" presStyleCnt="5">
        <dgm:presLayoutVars>
          <dgm:bulletEnabled val="1"/>
        </dgm:presLayoutVars>
      </dgm:prSet>
      <dgm:spPr/>
    </dgm:pt>
    <dgm:pt modelId="{61820F8B-87D6-4987-847C-F9BDF14F4844}" type="pres">
      <dgm:prSet presAssocID="{F90B792E-1E66-4532-8FE7-E693F23732C4}" presName="space" presStyleCnt="0"/>
      <dgm:spPr/>
    </dgm:pt>
    <dgm:pt modelId="{A994C4BE-50D5-4EBC-BD79-D17BF3C0ACCA}" type="pres">
      <dgm:prSet presAssocID="{B5CE4A9B-12C8-4C3D-9B9F-5F16EDE79D6D}" presName="composite" presStyleCnt="0"/>
      <dgm:spPr/>
    </dgm:pt>
    <dgm:pt modelId="{191EA71F-DF1F-4F97-9D78-DF0F972F693C}" type="pres">
      <dgm:prSet presAssocID="{B5CE4A9B-12C8-4C3D-9B9F-5F16EDE79D6D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3AD98E8-578D-483D-91C2-976C58C1C2E9}" type="pres">
      <dgm:prSet presAssocID="{B5CE4A9B-12C8-4C3D-9B9F-5F16EDE79D6D}" presName="desTx" presStyleLbl="revTx" presStyleIdx="2" presStyleCnt="5">
        <dgm:presLayoutVars>
          <dgm:bulletEnabled val="1"/>
        </dgm:presLayoutVars>
      </dgm:prSet>
      <dgm:spPr/>
    </dgm:pt>
    <dgm:pt modelId="{B53FA107-38B7-4CF0-B68F-36A94ECBAEA3}" type="pres">
      <dgm:prSet presAssocID="{E14D712C-443D-46BB-AE0B-1309A121D508}" presName="space" presStyleCnt="0"/>
      <dgm:spPr/>
    </dgm:pt>
    <dgm:pt modelId="{23EAFE88-CC96-4E77-BFF7-403A5A7624F6}" type="pres">
      <dgm:prSet presAssocID="{1D049982-70CC-4593-AE2A-F7371E6F883E}" presName="composite" presStyleCnt="0"/>
      <dgm:spPr/>
    </dgm:pt>
    <dgm:pt modelId="{4595CB97-C00E-4B77-AC88-D42A8DA51F15}" type="pres">
      <dgm:prSet presAssocID="{1D049982-70CC-4593-AE2A-F7371E6F883E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6B7981A-90BE-48F5-84F8-66E3271545B3}" type="pres">
      <dgm:prSet presAssocID="{1D049982-70CC-4593-AE2A-F7371E6F883E}" presName="desTx" presStyleLbl="revTx" presStyleIdx="3" presStyleCnt="5">
        <dgm:presLayoutVars>
          <dgm:bulletEnabled val="1"/>
        </dgm:presLayoutVars>
      </dgm:prSet>
      <dgm:spPr/>
    </dgm:pt>
    <dgm:pt modelId="{D24E6505-2F28-46AB-A0E4-03A8ACA05E99}" type="pres">
      <dgm:prSet presAssocID="{EBBB971B-B741-4613-9121-60B77AC90729}" presName="space" presStyleCnt="0"/>
      <dgm:spPr/>
    </dgm:pt>
    <dgm:pt modelId="{FF10122E-CE65-421D-B62B-939BED382B88}" type="pres">
      <dgm:prSet presAssocID="{A4992D8A-CCEB-4E70-919C-74B5D386ADDD}" presName="composite" presStyleCnt="0"/>
      <dgm:spPr/>
    </dgm:pt>
    <dgm:pt modelId="{D13DA9C9-3D01-489A-8EB7-26777DBABE56}" type="pres">
      <dgm:prSet presAssocID="{A4992D8A-CCEB-4E70-919C-74B5D386ADDD}" presName="par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B2244FFA-7471-40C2-B5EC-1094F9F102C8}" type="pres">
      <dgm:prSet presAssocID="{A4992D8A-CCEB-4E70-919C-74B5D386ADDD}" presName="desTx" presStyleLbl="revTx" presStyleIdx="4" presStyleCnt="5">
        <dgm:presLayoutVars>
          <dgm:bulletEnabled val="1"/>
        </dgm:presLayoutVars>
      </dgm:prSet>
      <dgm:spPr/>
    </dgm:pt>
  </dgm:ptLst>
  <dgm:cxnLst>
    <dgm:cxn modelId="{8206F810-0FEB-453C-9B88-3D7C8F78CC20}" type="presOf" srcId="{8AA57434-A65C-4CDC-8892-B4D3632DC06D}" destId="{12EB0B2B-FD3E-4B8F-8227-5198346F9679}" srcOrd="0" destOrd="0" presId="urn:microsoft.com/office/officeart/2005/8/layout/chevron1"/>
    <dgm:cxn modelId="{DEA0B114-8B2A-4BC1-955B-6DC237E4ED61}" type="presOf" srcId="{1D049982-70CC-4593-AE2A-F7371E6F883E}" destId="{4595CB97-C00E-4B77-AC88-D42A8DA51F15}" srcOrd="0" destOrd="0" presId="urn:microsoft.com/office/officeart/2005/8/layout/chevron1"/>
    <dgm:cxn modelId="{4BFE3F2D-8341-4AE1-867E-AA98B62DBA56}" type="presOf" srcId="{A4709584-2678-46F7-BCE5-3AFBD658F8CF}" destId="{B2244FFA-7471-40C2-B5EC-1094F9F102C8}" srcOrd="0" destOrd="1" presId="urn:microsoft.com/office/officeart/2005/8/layout/chevron1"/>
    <dgm:cxn modelId="{16F0C72E-FB7B-4C5B-856D-2EB7B60F57CB}" srcId="{85A13A2E-3523-4296-A747-4CA4602CD88A}" destId="{1501DFF2-681B-465C-9A81-D1688A47F4D0}" srcOrd="0" destOrd="0" parTransId="{02DBDCED-4045-4DF0-86FF-70E9CC5DC72D}" sibTransId="{96629186-27B0-43BF-ABF0-E28C3CA79745}"/>
    <dgm:cxn modelId="{37102A30-5E7A-443E-A2A5-CF242D6002B7}" srcId="{1501DFF2-681B-465C-9A81-D1688A47F4D0}" destId="{83EF0AE9-8857-4F96-947A-C35028ED5545}" srcOrd="1" destOrd="0" parTransId="{684FBEE7-78DB-438B-A041-E282F1B0006E}" sibTransId="{76A772FB-B045-42D3-8A5F-B894800C1E14}"/>
    <dgm:cxn modelId="{374BFA32-7EF4-487E-9B55-3C4A6E2755EB}" srcId="{A4992D8A-CCEB-4E70-919C-74B5D386ADDD}" destId="{C7BD017F-3A15-4EC5-BBB3-2D3A2049305D}" srcOrd="2" destOrd="0" parTransId="{141A94AC-18DA-49E0-B949-A325CDD3CC3F}" sibTransId="{3F78E4FB-AF3B-4639-97D9-593EB8E203F6}"/>
    <dgm:cxn modelId="{48FB1F33-93AB-46B1-9A2C-A6A4D071FEA1}" srcId="{A4992D8A-CCEB-4E70-919C-74B5D386ADDD}" destId="{A4709584-2678-46F7-BCE5-3AFBD658F8CF}" srcOrd="1" destOrd="0" parTransId="{2C650C95-D215-42E5-9543-085498880569}" sibTransId="{20CB5C5E-D3D2-41D5-B717-373111F41A58}"/>
    <dgm:cxn modelId="{628C0B3F-97E4-4CC1-A58D-9D76336A5E7F}" srcId="{85A13A2E-3523-4296-A747-4CA4602CD88A}" destId="{8AA57434-A65C-4CDC-8892-B4D3632DC06D}" srcOrd="1" destOrd="0" parTransId="{86145281-58E6-4BB5-B188-1A75D6CECAC8}" sibTransId="{F90B792E-1E66-4532-8FE7-E693F23732C4}"/>
    <dgm:cxn modelId="{FD434C41-988C-437A-BB7B-1C0F686F7831}" srcId="{85A13A2E-3523-4296-A747-4CA4602CD88A}" destId="{B5CE4A9B-12C8-4C3D-9B9F-5F16EDE79D6D}" srcOrd="2" destOrd="0" parTransId="{A8C16480-8A09-4E2C-BEE0-013D7255BAED}" sibTransId="{E14D712C-443D-46BB-AE0B-1309A121D508}"/>
    <dgm:cxn modelId="{9E9CCD43-2C97-4CAD-9BE5-CAF88E552B8E}" srcId="{1501DFF2-681B-465C-9A81-D1688A47F4D0}" destId="{7D369E76-2F49-4FDD-9215-3928C1F1380B}" srcOrd="0" destOrd="0" parTransId="{6110232B-F4BB-43F5-BB1E-4BB832CCE54F}" sibTransId="{25428DAF-E487-4AF4-9DA6-9C1D085BB56A}"/>
    <dgm:cxn modelId="{A8AAA646-7B59-4AD3-9D0D-263477A17550}" srcId="{A4992D8A-CCEB-4E70-919C-74B5D386ADDD}" destId="{9E84D58D-C41E-4576-8C9C-66403FDFEF88}" srcOrd="0" destOrd="0" parTransId="{B704F70A-6C13-4C4B-A766-0404B5EBB32F}" sibTransId="{69A4C5A0-4003-4FBD-AB3F-9A2D0A18D646}"/>
    <dgm:cxn modelId="{79B31F70-AB23-43BF-B5E0-379AE10B884B}" srcId="{8AA57434-A65C-4CDC-8892-B4D3632DC06D}" destId="{18ACD38C-2215-4789-A66C-23408CA065E8}" srcOrd="1" destOrd="0" parTransId="{F3130D41-DC52-4356-9DC8-799FD81C3753}" sibTransId="{4CC18B9D-ACD1-4C50-B5B8-381242CF1D88}"/>
    <dgm:cxn modelId="{7DC62A54-3FBD-400F-856B-ED182A32D229}" type="presOf" srcId="{6D3EA748-D584-4F69-B2C0-5529156649D7}" destId="{A3AD98E8-578D-483D-91C2-976C58C1C2E9}" srcOrd="0" destOrd="0" presId="urn:microsoft.com/office/officeart/2005/8/layout/chevron1"/>
    <dgm:cxn modelId="{82A1D574-0B1B-41CC-859B-EF2C1BA688D6}" type="presOf" srcId="{7D369E76-2F49-4FDD-9215-3928C1F1380B}" destId="{CF8FC2BD-C62F-430C-A65A-2C7C18ADA542}" srcOrd="0" destOrd="0" presId="urn:microsoft.com/office/officeart/2005/8/layout/chevron1"/>
    <dgm:cxn modelId="{5E407159-5B22-474A-BE2F-15BF8DA3BB7C}" type="presOf" srcId="{C848FFF2-B7C6-4B53-BE83-AC3013485992}" destId="{86B7981A-90BE-48F5-84F8-66E3271545B3}" srcOrd="0" destOrd="1" presId="urn:microsoft.com/office/officeart/2005/8/layout/chevron1"/>
    <dgm:cxn modelId="{30C88684-282A-4940-9736-D5A88003CE21}" type="presOf" srcId="{18ACD38C-2215-4789-A66C-23408CA065E8}" destId="{A64117F9-67DB-46D7-9575-D73718168BE8}" srcOrd="0" destOrd="1" presId="urn:microsoft.com/office/officeart/2005/8/layout/chevron1"/>
    <dgm:cxn modelId="{3E52DA94-679A-4550-838D-45E918F2D599}" type="presOf" srcId="{AD5AF1B8-D537-4E16-9369-9C5E02B88B5D}" destId="{CF8FC2BD-C62F-430C-A65A-2C7C18ADA542}" srcOrd="0" destOrd="2" presId="urn:microsoft.com/office/officeart/2005/8/layout/chevron1"/>
    <dgm:cxn modelId="{A0E65595-78D1-416A-90CE-1EB59CFF173A}" type="presOf" srcId="{B5CE4A9B-12C8-4C3D-9B9F-5F16EDE79D6D}" destId="{191EA71F-DF1F-4F97-9D78-DF0F972F693C}" srcOrd="0" destOrd="0" presId="urn:microsoft.com/office/officeart/2005/8/layout/chevron1"/>
    <dgm:cxn modelId="{6A26A4A6-7A8D-4294-BF6B-B101FC520CFA}" type="presOf" srcId="{AB17F5AD-7B1B-436C-BBF4-288A96539036}" destId="{A64117F9-67DB-46D7-9575-D73718168BE8}" srcOrd="0" destOrd="0" presId="urn:microsoft.com/office/officeart/2005/8/layout/chevron1"/>
    <dgm:cxn modelId="{DB4694A9-0933-4E36-B608-BBB815114CEA}" type="presOf" srcId="{17BF5E84-95C8-4D1B-8F41-B0FA59F55F2A}" destId="{86B7981A-90BE-48F5-84F8-66E3271545B3}" srcOrd="0" destOrd="0" presId="urn:microsoft.com/office/officeart/2005/8/layout/chevron1"/>
    <dgm:cxn modelId="{6EB691AC-4BC0-4482-8592-997B1B6A7A3F}" type="presOf" srcId="{83EF0AE9-8857-4F96-947A-C35028ED5545}" destId="{CF8FC2BD-C62F-430C-A65A-2C7C18ADA542}" srcOrd="0" destOrd="1" presId="urn:microsoft.com/office/officeart/2005/8/layout/chevron1"/>
    <dgm:cxn modelId="{A2A59BB3-0F16-48DF-8E94-55BC48D5BE03}" type="presOf" srcId="{1501DFF2-681B-465C-9A81-D1688A47F4D0}" destId="{6EFF9A13-B199-4127-B451-91A300BD6D3B}" srcOrd="0" destOrd="0" presId="urn:microsoft.com/office/officeart/2005/8/layout/chevron1"/>
    <dgm:cxn modelId="{D015FDB6-E0E9-469B-8AAE-7B9CBCC6C8A4}" srcId="{85A13A2E-3523-4296-A747-4CA4602CD88A}" destId="{A4992D8A-CCEB-4E70-919C-74B5D386ADDD}" srcOrd="4" destOrd="0" parTransId="{0A559FE8-13A2-460D-A324-2C347F8B7749}" sibTransId="{AFFC3FB6-A22E-47F3-AF44-099285797CF8}"/>
    <dgm:cxn modelId="{B2204CBD-0DE6-4CE4-A887-D8EAA19909C2}" srcId="{B5CE4A9B-12C8-4C3D-9B9F-5F16EDE79D6D}" destId="{6D3EA748-D584-4F69-B2C0-5529156649D7}" srcOrd="0" destOrd="0" parTransId="{B086179D-9438-4D73-86FD-A21E3F8EC10E}" sibTransId="{003083DE-B9DD-43B4-AC2F-42BC9DAD4E61}"/>
    <dgm:cxn modelId="{D88319C9-39AC-41BF-83A8-B758638F50F9}" srcId="{1D049982-70CC-4593-AE2A-F7371E6F883E}" destId="{C848FFF2-B7C6-4B53-BE83-AC3013485992}" srcOrd="1" destOrd="0" parTransId="{0D3F4508-4832-4E8F-98DF-CFB20CE51B74}" sibTransId="{5291C71E-BCF1-46F9-988F-5A8E050F36FB}"/>
    <dgm:cxn modelId="{424087D5-3D43-42BB-A201-5F1C5F3DE07F}" srcId="{1D049982-70CC-4593-AE2A-F7371E6F883E}" destId="{17BF5E84-95C8-4D1B-8F41-B0FA59F55F2A}" srcOrd="0" destOrd="0" parTransId="{A5EB00ED-E08F-4D92-887B-F5A26F7F117B}" sibTransId="{4747AAFF-0E7C-461D-8866-F3440BF8AC44}"/>
    <dgm:cxn modelId="{892376D9-2ECF-4D1D-893D-68F6AAF289FA}" srcId="{8AA57434-A65C-4CDC-8892-B4D3632DC06D}" destId="{AB17F5AD-7B1B-436C-BBF4-288A96539036}" srcOrd="0" destOrd="0" parTransId="{62D7A540-7CB0-4860-91E5-876FC96DB3DB}" sibTransId="{98958A72-AD9F-4AE6-AC94-65886434F754}"/>
    <dgm:cxn modelId="{C92D1ADE-3BB9-4815-953E-63E34F3C9A3C}" srcId="{B5CE4A9B-12C8-4C3D-9B9F-5F16EDE79D6D}" destId="{4CA0969C-4209-481D-B03A-47AB025E0301}" srcOrd="1" destOrd="0" parTransId="{7A3F49C4-4578-43BC-9307-A6763880FEF3}" sibTransId="{C769FC33-C526-4B47-ADBA-2D2E381F26F0}"/>
    <dgm:cxn modelId="{EB4349E8-1FD7-4180-AB96-413AE6122D3E}" type="presOf" srcId="{85A13A2E-3523-4296-A747-4CA4602CD88A}" destId="{B956934E-56B1-4AC5-8CA3-F0EECE183D5A}" srcOrd="0" destOrd="0" presId="urn:microsoft.com/office/officeart/2005/8/layout/chevron1"/>
    <dgm:cxn modelId="{920EC7EA-9A80-49E8-8095-E8CB173214D6}" type="presOf" srcId="{9E84D58D-C41E-4576-8C9C-66403FDFEF88}" destId="{B2244FFA-7471-40C2-B5EC-1094F9F102C8}" srcOrd="0" destOrd="0" presId="urn:microsoft.com/office/officeart/2005/8/layout/chevron1"/>
    <dgm:cxn modelId="{DBB091EE-880F-4851-97B4-DB8F7C510CC1}" type="presOf" srcId="{C7BD017F-3A15-4EC5-BBB3-2D3A2049305D}" destId="{B2244FFA-7471-40C2-B5EC-1094F9F102C8}" srcOrd="0" destOrd="2" presId="urn:microsoft.com/office/officeart/2005/8/layout/chevron1"/>
    <dgm:cxn modelId="{15E19DF6-FAA0-4573-B77C-5E72FB9C2A0F}" srcId="{1501DFF2-681B-465C-9A81-D1688A47F4D0}" destId="{AD5AF1B8-D537-4E16-9369-9C5E02B88B5D}" srcOrd="2" destOrd="0" parTransId="{26396DC1-DA02-4C2F-AE01-70F1455BD697}" sibTransId="{C3144E2B-F4BA-4D16-893F-103C56A16C40}"/>
    <dgm:cxn modelId="{1A1AB8F8-9209-4FFA-B8DA-5F88A1ACF47E}" type="presOf" srcId="{4CA0969C-4209-481D-B03A-47AB025E0301}" destId="{A3AD98E8-578D-483D-91C2-976C58C1C2E9}" srcOrd="0" destOrd="1" presId="urn:microsoft.com/office/officeart/2005/8/layout/chevron1"/>
    <dgm:cxn modelId="{7BBDC3FA-70BA-4203-9F0E-0B4D3183F5FD}" srcId="{85A13A2E-3523-4296-A747-4CA4602CD88A}" destId="{1D049982-70CC-4593-AE2A-F7371E6F883E}" srcOrd="3" destOrd="0" parTransId="{BDDA1C0F-1117-4B28-BDD7-5DF7A2E4A85C}" sibTransId="{EBBB971B-B741-4613-9121-60B77AC90729}"/>
    <dgm:cxn modelId="{599666FC-C9FF-4C42-96CF-7B6B49E9BE79}" type="presOf" srcId="{A4992D8A-CCEB-4E70-919C-74B5D386ADDD}" destId="{D13DA9C9-3D01-489A-8EB7-26777DBABE56}" srcOrd="0" destOrd="0" presId="urn:microsoft.com/office/officeart/2005/8/layout/chevron1"/>
    <dgm:cxn modelId="{EAFD6F83-19C2-4792-8BF0-D14E462F67D2}" type="presParOf" srcId="{B956934E-56B1-4AC5-8CA3-F0EECE183D5A}" destId="{704655F2-7C92-4226-B45A-3208BCD7F9ED}" srcOrd="0" destOrd="0" presId="urn:microsoft.com/office/officeart/2005/8/layout/chevron1"/>
    <dgm:cxn modelId="{6BBCD428-71F6-4238-BC0C-39D96535CE6F}" type="presParOf" srcId="{704655F2-7C92-4226-B45A-3208BCD7F9ED}" destId="{6EFF9A13-B199-4127-B451-91A300BD6D3B}" srcOrd="0" destOrd="0" presId="urn:microsoft.com/office/officeart/2005/8/layout/chevron1"/>
    <dgm:cxn modelId="{B2BBF0FD-34DF-403C-8867-EE04DB3A327F}" type="presParOf" srcId="{704655F2-7C92-4226-B45A-3208BCD7F9ED}" destId="{CF8FC2BD-C62F-430C-A65A-2C7C18ADA542}" srcOrd="1" destOrd="0" presId="urn:microsoft.com/office/officeart/2005/8/layout/chevron1"/>
    <dgm:cxn modelId="{A79D1EEC-E064-42E2-8340-5D2E6E76E9B5}" type="presParOf" srcId="{B956934E-56B1-4AC5-8CA3-F0EECE183D5A}" destId="{620BCF4F-1652-4A4B-B1E8-7D5FF4E6B93B}" srcOrd="1" destOrd="0" presId="urn:microsoft.com/office/officeart/2005/8/layout/chevron1"/>
    <dgm:cxn modelId="{A0367C7E-A2B6-474C-9DE0-9953873E64F2}" type="presParOf" srcId="{B956934E-56B1-4AC5-8CA3-F0EECE183D5A}" destId="{3B21706E-56AA-4BEB-92A9-464BCD1C3B96}" srcOrd="2" destOrd="0" presId="urn:microsoft.com/office/officeart/2005/8/layout/chevron1"/>
    <dgm:cxn modelId="{FDC9EC40-ED37-4D3A-9A06-4C81C61E7AD9}" type="presParOf" srcId="{3B21706E-56AA-4BEB-92A9-464BCD1C3B96}" destId="{12EB0B2B-FD3E-4B8F-8227-5198346F9679}" srcOrd="0" destOrd="0" presId="urn:microsoft.com/office/officeart/2005/8/layout/chevron1"/>
    <dgm:cxn modelId="{03F27400-6272-4BFE-AF2A-888C4F29C485}" type="presParOf" srcId="{3B21706E-56AA-4BEB-92A9-464BCD1C3B96}" destId="{A64117F9-67DB-46D7-9575-D73718168BE8}" srcOrd="1" destOrd="0" presId="urn:microsoft.com/office/officeart/2005/8/layout/chevron1"/>
    <dgm:cxn modelId="{3BDDA985-0A5D-4688-8A47-61E123C451EE}" type="presParOf" srcId="{B956934E-56B1-4AC5-8CA3-F0EECE183D5A}" destId="{61820F8B-87D6-4987-847C-F9BDF14F4844}" srcOrd="3" destOrd="0" presId="urn:microsoft.com/office/officeart/2005/8/layout/chevron1"/>
    <dgm:cxn modelId="{AB66477D-BA13-485B-AB25-992D43CE4E2D}" type="presParOf" srcId="{B956934E-56B1-4AC5-8CA3-F0EECE183D5A}" destId="{A994C4BE-50D5-4EBC-BD79-D17BF3C0ACCA}" srcOrd="4" destOrd="0" presId="urn:microsoft.com/office/officeart/2005/8/layout/chevron1"/>
    <dgm:cxn modelId="{D48F0974-A71D-4079-B95B-3E7AACEDF9AE}" type="presParOf" srcId="{A994C4BE-50D5-4EBC-BD79-D17BF3C0ACCA}" destId="{191EA71F-DF1F-4F97-9D78-DF0F972F693C}" srcOrd="0" destOrd="0" presId="urn:microsoft.com/office/officeart/2005/8/layout/chevron1"/>
    <dgm:cxn modelId="{475441D1-B5BA-4632-B838-940987D8400F}" type="presParOf" srcId="{A994C4BE-50D5-4EBC-BD79-D17BF3C0ACCA}" destId="{A3AD98E8-578D-483D-91C2-976C58C1C2E9}" srcOrd="1" destOrd="0" presId="urn:microsoft.com/office/officeart/2005/8/layout/chevron1"/>
    <dgm:cxn modelId="{F5A61EE9-670A-485E-AA7A-B0668E870D25}" type="presParOf" srcId="{B956934E-56B1-4AC5-8CA3-F0EECE183D5A}" destId="{B53FA107-38B7-4CF0-B68F-36A94ECBAEA3}" srcOrd="5" destOrd="0" presId="urn:microsoft.com/office/officeart/2005/8/layout/chevron1"/>
    <dgm:cxn modelId="{410AFCC0-CC14-4537-9B23-9629BA4FA1B3}" type="presParOf" srcId="{B956934E-56B1-4AC5-8CA3-F0EECE183D5A}" destId="{23EAFE88-CC96-4E77-BFF7-403A5A7624F6}" srcOrd="6" destOrd="0" presId="urn:microsoft.com/office/officeart/2005/8/layout/chevron1"/>
    <dgm:cxn modelId="{A8D9E627-BA02-47B3-BF75-D097B3BC1005}" type="presParOf" srcId="{23EAFE88-CC96-4E77-BFF7-403A5A7624F6}" destId="{4595CB97-C00E-4B77-AC88-D42A8DA51F15}" srcOrd="0" destOrd="0" presId="urn:microsoft.com/office/officeart/2005/8/layout/chevron1"/>
    <dgm:cxn modelId="{F070156B-3AA2-4314-9E52-59387D59AFF8}" type="presParOf" srcId="{23EAFE88-CC96-4E77-BFF7-403A5A7624F6}" destId="{86B7981A-90BE-48F5-84F8-66E3271545B3}" srcOrd="1" destOrd="0" presId="urn:microsoft.com/office/officeart/2005/8/layout/chevron1"/>
    <dgm:cxn modelId="{D9770603-341D-4F57-B48A-FAEBDC11108C}" type="presParOf" srcId="{B956934E-56B1-4AC5-8CA3-F0EECE183D5A}" destId="{D24E6505-2F28-46AB-A0E4-03A8ACA05E99}" srcOrd="7" destOrd="0" presId="urn:microsoft.com/office/officeart/2005/8/layout/chevron1"/>
    <dgm:cxn modelId="{C5991CA5-E91F-4017-BA97-5B319ECDD36B}" type="presParOf" srcId="{B956934E-56B1-4AC5-8CA3-F0EECE183D5A}" destId="{FF10122E-CE65-421D-B62B-939BED382B88}" srcOrd="8" destOrd="0" presId="urn:microsoft.com/office/officeart/2005/8/layout/chevron1"/>
    <dgm:cxn modelId="{2E38CBE0-66C7-413D-82E3-DB57C30B8EAC}" type="presParOf" srcId="{FF10122E-CE65-421D-B62B-939BED382B88}" destId="{D13DA9C9-3D01-489A-8EB7-26777DBABE56}" srcOrd="0" destOrd="0" presId="urn:microsoft.com/office/officeart/2005/8/layout/chevron1"/>
    <dgm:cxn modelId="{AB6238C5-4777-454A-BEB9-DA7454FB8FAA}" type="presParOf" srcId="{FF10122E-CE65-421D-B62B-939BED382B88}" destId="{B2244FFA-7471-40C2-B5EC-1094F9F102C8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B83879-8D48-4293-877A-F182187829C4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86E27A-8998-4C02-8712-1F5E9D089BF9}">
      <dgm:prSet/>
      <dgm:spPr/>
      <dgm:t>
        <a:bodyPr/>
        <a:lstStyle/>
        <a:p>
          <a:r>
            <a:rPr lang="en-US" b="1" dirty="0"/>
            <a:t>Approach:</a:t>
          </a:r>
          <a:endParaRPr lang="en-US" dirty="0"/>
        </a:p>
      </dgm:t>
    </dgm:pt>
    <dgm:pt modelId="{C46C0E0E-2F1C-493F-A840-53FE244F50F4}" type="parTrans" cxnId="{25F461A6-20BE-423D-8C0A-6164DBAA4923}">
      <dgm:prSet/>
      <dgm:spPr/>
      <dgm:t>
        <a:bodyPr/>
        <a:lstStyle/>
        <a:p>
          <a:endParaRPr lang="en-US"/>
        </a:p>
      </dgm:t>
    </dgm:pt>
    <dgm:pt modelId="{5CC5340F-F175-491D-8F6E-E96334F31790}" type="sibTrans" cxnId="{25F461A6-20BE-423D-8C0A-6164DBAA4923}">
      <dgm:prSet/>
      <dgm:spPr/>
      <dgm:t>
        <a:bodyPr/>
        <a:lstStyle/>
        <a:p>
          <a:endParaRPr lang="en-US"/>
        </a:p>
      </dgm:t>
    </dgm:pt>
    <dgm:pt modelId="{E7BF7EF8-C4A0-4343-B9A2-00D275864058}">
      <dgm:prSet/>
      <dgm:spPr/>
      <dgm:t>
        <a:bodyPr/>
        <a:lstStyle/>
        <a:p>
          <a:r>
            <a:rPr lang="en-US" dirty="0"/>
            <a:t>Used a </a:t>
          </a:r>
          <a:r>
            <a:rPr lang="en-US" b="1" dirty="0"/>
            <a:t>stepwise model </a:t>
          </a:r>
          <a:r>
            <a:rPr lang="en-US" dirty="0"/>
            <a:t>building approach</a:t>
          </a:r>
        </a:p>
      </dgm:t>
    </dgm:pt>
    <dgm:pt modelId="{C9C1FFC7-22D8-4895-B6C9-B147AB0E4380}" type="parTrans" cxnId="{0C79282C-7A7F-4B29-B327-8DB18B377A8A}">
      <dgm:prSet/>
      <dgm:spPr/>
      <dgm:t>
        <a:bodyPr/>
        <a:lstStyle/>
        <a:p>
          <a:endParaRPr lang="en-US"/>
        </a:p>
      </dgm:t>
    </dgm:pt>
    <dgm:pt modelId="{18FCB95B-9DEA-4E22-98B6-C1C662BFA088}" type="sibTrans" cxnId="{0C79282C-7A7F-4B29-B327-8DB18B377A8A}">
      <dgm:prSet/>
      <dgm:spPr/>
      <dgm:t>
        <a:bodyPr/>
        <a:lstStyle/>
        <a:p>
          <a:endParaRPr lang="en-US"/>
        </a:p>
      </dgm:t>
    </dgm:pt>
    <dgm:pt modelId="{8E77921B-B261-4041-9804-4492837D79EA}">
      <dgm:prSet/>
      <dgm:spPr/>
      <dgm:t>
        <a:bodyPr/>
        <a:lstStyle/>
        <a:p>
          <a:r>
            <a:rPr lang="en-US" dirty="0"/>
            <a:t>Started with key continuous variables</a:t>
          </a:r>
        </a:p>
      </dgm:t>
    </dgm:pt>
    <dgm:pt modelId="{706B9F03-62DD-44E6-A26E-F2967680717F}" type="parTrans" cxnId="{FE4549BA-BE67-43DC-A754-5C525482E8E5}">
      <dgm:prSet/>
      <dgm:spPr/>
      <dgm:t>
        <a:bodyPr/>
        <a:lstStyle/>
        <a:p>
          <a:endParaRPr lang="en-US"/>
        </a:p>
      </dgm:t>
    </dgm:pt>
    <dgm:pt modelId="{7C26E00B-5B6D-47DF-A106-4B041FA12A6C}" type="sibTrans" cxnId="{FE4549BA-BE67-43DC-A754-5C525482E8E5}">
      <dgm:prSet/>
      <dgm:spPr/>
      <dgm:t>
        <a:bodyPr/>
        <a:lstStyle/>
        <a:p>
          <a:endParaRPr lang="en-US"/>
        </a:p>
      </dgm:t>
    </dgm:pt>
    <dgm:pt modelId="{941657E9-F16F-48C7-A8EA-FF1C02368C74}">
      <dgm:prSet/>
      <dgm:spPr/>
      <dgm:t>
        <a:bodyPr/>
        <a:lstStyle/>
        <a:p>
          <a:r>
            <a:rPr lang="en-US" dirty="0"/>
            <a:t>Gradually added categorical predictors</a:t>
          </a:r>
        </a:p>
      </dgm:t>
    </dgm:pt>
    <dgm:pt modelId="{480F08E4-DE80-4345-A374-B71DC82A6339}" type="parTrans" cxnId="{B5E3571F-D552-4D54-BD81-2EEFA7664CE6}">
      <dgm:prSet/>
      <dgm:spPr/>
      <dgm:t>
        <a:bodyPr/>
        <a:lstStyle/>
        <a:p>
          <a:endParaRPr lang="en-US"/>
        </a:p>
      </dgm:t>
    </dgm:pt>
    <dgm:pt modelId="{462CA7EE-F65B-44F1-8AED-79FB1F6D5D92}" type="sibTrans" cxnId="{B5E3571F-D552-4D54-BD81-2EEFA7664CE6}">
      <dgm:prSet/>
      <dgm:spPr/>
      <dgm:t>
        <a:bodyPr/>
        <a:lstStyle/>
        <a:p>
          <a:endParaRPr lang="en-US"/>
        </a:p>
      </dgm:t>
    </dgm:pt>
    <dgm:pt modelId="{0BC77E8D-0CAE-402C-93CA-942FB2531D69}">
      <dgm:prSet/>
      <dgm:spPr/>
      <dgm:t>
        <a:bodyPr/>
        <a:lstStyle/>
        <a:p>
          <a:r>
            <a:rPr lang="en-US" b="0" dirty="0"/>
            <a:t>Compared models using R² and statistical significance</a:t>
          </a:r>
        </a:p>
      </dgm:t>
    </dgm:pt>
    <dgm:pt modelId="{E990F4C2-4597-400F-98DB-E1B3C4B4C2D1}" type="parTrans" cxnId="{AF0F889F-BD9E-447D-BF15-FB8F41DBF71D}">
      <dgm:prSet/>
      <dgm:spPr/>
      <dgm:t>
        <a:bodyPr/>
        <a:lstStyle/>
        <a:p>
          <a:endParaRPr lang="en-US"/>
        </a:p>
      </dgm:t>
    </dgm:pt>
    <dgm:pt modelId="{6E12F844-06F4-435C-8CDA-2573558EAB51}" type="sibTrans" cxnId="{AF0F889F-BD9E-447D-BF15-FB8F41DBF71D}">
      <dgm:prSet/>
      <dgm:spPr/>
      <dgm:t>
        <a:bodyPr/>
        <a:lstStyle/>
        <a:p>
          <a:endParaRPr lang="en-US"/>
        </a:p>
      </dgm:t>
    </dgm:pt>
    <dgm:pt modelId="{0DA40300-5671-4EFE-AE37-8063F54A0D26}" type="pres">
      <dgm:prSet presAssocID="{CAB83879-8D48-4293-877A-F182187829C4}" presName="compositeShape" presStyleCnt="0">
        <dgm:presLayoutVars>
          <dgm:chMax val="7"/>
          <dgm:dir/>
          <dgm:resizeHandles val="exact"/>
        </dgm:presLayoutVars>
      </dgm:prSet>
      <dgm:spPr/>
    </dgm:pt>
    <dgm:pt modelId="{C18D141A-006B-4EE6-8ADD-4159C5812AD7}" type="pres">
      <dgm:prSet presAssocID="{CAB83879-8D48-4293-877A-F182187829C4}" presName="wedge1" presStyleLbl="node1" presStyleIdx="0" presStyleCnt="1"/>
      <dgm:spPr/>
    </dgm:pt>
    <dgm:pt modelId="{1F69AF43-91F2-40DF-8317-A6468E774DB9}" type="pres">
      <dgm:prSet presAssocID="{CAB83879-8D48-4293-877A-F182187829C4}" presName="dummy1a" presStyleCnt="0"/>
      <dgm:spPr/>
    </dgm:pt>
    <dgm:pt modelId="{5336F2F3-FE95-4976-970D-81C996898AA1}" type="pres">
      <dgm:prSet presAssocID="{CAB83879-8D48-4293-877A-F182187829C4}" presName="dummy1b" presStyleCnt="0"/>
      <dgm:spPr/>
    </dgm:pt>
    <dgm:pt modelId="{BB9CAA50-4337-45F9-80D2-3B8E5C34C2A0}" type="pres">
      <dgm:prSet presAssocID="{CAB83879-8D48-4293-877A-F182187829C4}" presName="wedge1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C3574801-DAE3-48EF-9549-F29C03709237}" type="pres">
      <dgm:prSet presAssocID="{5CC5340F-F175-491D-8F6E-E96334F31790}" presName="arrowWedge1single" presStyleLbl="fgSibTrans2D1" presStyleIdx="0" presStyleCnt="1"/>
      <dgm:spPr/>
    </dgm:pt>
  </dgm:ptLst>
  <dgm:cxnLst>
    <dgm:cxn modelId="{B5E3571F-D552-4D54-BD81-2EEFA7664CE6}" srcId="{0786E27A-8998-4C02-8712-1F5E9D089BF9}" destId="{941657E9-F16F-48C7-A8EA-FF1C02368C74}" srcOrd="2" destOrd="0" parTransId="{480F08E4-DE80-4345-A374-B71DC82A6339}" sibTransId="{462CA7EE-F65B-44F1-8AED-79FB1F6D5D92}"/>
    <dgm:cxn modelId="{0C79282C-7A7F-4B29-B327-8DB18B377A8A}" srcId="{0786E27A-8998-4C02-8712-1F5E9D089BF9}" destId="{E7BF7EF8-C4A0-4343-B9A2-00D275864058}" srcOrd="0" destOrd="0" parTransId="{C9C1FFC7-22D8-4895-B6C9-B147AB0E4380}" sibTransId="{18FCB95B-9DEA-4E22-98B6-C1C662BFA088}"/>
    <dgm:cxn modelId="{5229ED3B-4C70-4CF7-9120-CFB44F3606A3}" type="presOf" srcId="{E7BF7EF8-C4A0-4343-B9A2-00D275864058}" destId="{BB9CAA50-4337-45F9-80D2-3B8E5C34C2A0}" srcOrd="1" destOrd="1" presId="urn:microsoft.com/office/officeart/2005/8/layout/cycle8"/>
    <dgm:cxn modelId="{23161440-FCFB-45FA-9EAC-FCCF756453BD}" type="presOf" srcId="{0BC77E8D-0CAE-402C-93CA-942FB2531D69}" destId="{BB9CAA50-4337-45F9-80D2-3B8E5C34C2A0}" srcOrd="1" destOrd="4" presId="urn:microsoft.com/office/officeart/2005/8/layout/cycle8"/>
    <dgm:cxn modelId="{C4172D49-2F0E-4A13-A6FD-7A9CF439BC0D}" type="presOf" srcId="{0786E27A-8998-4C02-8712-1F5E9D089BF9}" destId="{BB9CAA50-4337-45F9-80D2-3B8E5C34C2A0}" srcOrd="1" destOrd="0" presId="urn:microsoft.com/office/officeart/2005/8/layout/cycle8"/>
    <dgm:cxn modelId="{B7CE4B52-409E-4433-AC95-1BABFDEE7C95}" type="presOf" srcId="{941657E9-F16F-48C7-A8EA-FF1C02368C74}" destId="{BB9CAA50-4337-45F9-80D2-3B8E5C34C2A0}" srcOrd="1" destOrd="3" presId="urn:microsoft.com/office/officeart/2005/8/layout/cycle8"/>
    <dgm:cxn modelId="{FA9F7997-9882-4C74-A9C5-58896A99CA0D}" type="presOf" srcId="{8E77921B-B261-4041-9804-4492837D79EA}" destId="{BB9CAA50-4337-45F9-80D2-3B8E5C34C2A0}" srcOrd="1" destOrd="2" presId="urn:microsoft.com/office/officeart/2005/8/layout/cycle8"/>
    <dgm:cxn modelId="{AF0F889F-BD9E-447D-BF15-FB8F41DBF71D}" srcId="{0786E27A-8998-4C02-8712-1F5E9D089BF9}" destId="{0BC77E8D-0CAE-402C-93CA-942FB2531D69}" srcOrd="3" destOrd="0" parTransId="{E990F4C2-4597-400F-98DB-E1B3C4B4C2D1}" sibTransId="{6E12F844-06F4-435C-8CDA-2573558EAB51}"/>
    <dgm:cxn modelId="{25F461A6-20BE-423D-8C0A-6164DBAA4923}" srcId="{CAB83879-8D48-4293-877A-F182187829C4}" destId="{0786E27A-8998-4C02-8712-1F5E9D089BF9}" srcOrd="0" destOrd="0" parTransId="{C46C0E0E-2F1C-493F-A840-53FE244F50F4}" sibTransId="{5CC5340F-F175-491D-8F6E-E96334F31790}"/>
    <dgm:cxn modelId="{BB318CB2-8296-4642-8C66-A796AFACF255}" type="presOf" srcId="{CAB83879-8D48-4293-877A-F182187829C4}" destId="{0DA40300-5671-4EFE-AE37-8063F54A0D26}" srcOrd="0" destOrd="0" presId="urn:microsoft.com/office/officeart/2005/8/layout/cycle8"/>
    <dgm:cxn modelId="{FE4549BA-BE67-43DC-A754-5C525482E8E5}" srcId="{0786E27A-8998-4C02-8712-1F5E9D089BF9}" destId="{8E77921B-B261-4041-9804-4492837D79EA}" srcOrd="1" destOrd="0" parTransId="{706B9F03-62DD-44E6-A26E-F2967680717F}" sibTransId="{7C26E00B-5B6D-47DF-A106-4B041FA12A6C}"/>
    <dgm:cxn modelId="{A525F4BB-7B7B-4A6F-8A92-149BBAF7767F}" type="presOf" srcId="{0BC77E8D-0CAE-402C-93CA-942FB2531D69}" destId="{C18D141A-006B-4EE6-8ADD-4159C5812AD7}" srcOrd="0" destOrd="4" presId="urn:microsoft.com/office/officeart/2005/8/layout/cycle8"/>
    <dgm:cxn modelId="{883FE4BF-CB30-4E5B-BFC9-AC42EA4E5AE2}" type="presOf" srcId="{8E77921B-B261-4041-9804-4492837D79EA}" destId="{C18D141A-006B-4EE6-8ADD-4159C5812AD7}" srcOrd="0" destOrd="2" presId="urn:microsoft.com/office/officeart/2005/8/layout/cycle8"/>
    <dgm:cxn modelId="{C20DD1C1-9E7F-4AB0-8B40-44957F046FEC}" type="presOf" srcId="{941657E9-F16F-48C7-A8EA-FF1C02368C74}" destId="{C18D141A-006B-4EE6-8ADD-4159C5812AD7}" srcOrd="0" destOrd="3" presId="urn:microsoft.com/office/officeart/2005/8/layout/cycle8"/>
    <dgm:cxn modelId="{8FB829D6-51EE-4EF4-8C50-3DD4A3B4AB96}" type="presOf" srcId="{0786E27A-8998-4C02-8712-1F5E9D089BF9}" destId="{C18D141A-006B-4EE6-8ADD-4159C5812AD7}" srcOrd="0" destOrd="0" presId="urn:microsoft.com/office/officeart/2005/8/layout/cycle8"/>
    <dgm:cxn modelId="{66BAF4E5-8C99-4A0A-B37E-FD8FBBC69442}" type="presOf" srcId="{E7BF7EF8-C4A0-4343-B9A2-00D275864058}" destId="{C18D141A-006B-4EE6-8ADD-4159C5812AD7}" srcOrd="0" destOrd="1" presId="urn:microsoft.com/office/officeart/2005/8/layout/cycle8"/>
    <dgm:cxn modelId="{D86DCF39-69FB-48E5-9BC2-A181392B1B8C}" type="presParOf" srcId="{0DA40300-5671-4EFE-AE37-8063F54A0D26}" destId="{C18D141A-006B-4EE6-8ADD-4159C5812AD7}" srcOrd="0" destOrd="0" presId="urn:microsoft.com/office/officeart/2005/8/layout/cycle8"/>
    <dgm:cxn modelId="{7F363410-12A1-4FA2-B1EC-0E6B157B9FD6}" type="presParOf" srcId="{0DA40300-5671-4EFE-AE37-8063F54A0D26}" destId="{1F69AF43-91F2-40DF-8317-A6468E774DB9}" srcOrd="1" destOrd="0" presId="urn:microsoft.com/office/officeart/2005/8/layout/cycle8"/>
    <dgm:cxn modelId="{893100D0-6AC7-457C-827F-B8AFE68F941B}" type="presParOf" srcId="{0DA40300-5671-4EFE-AE37-8063F54A0D26}" destId="{5336F2F3-FE95-4976-970D-81C996898AA1}" srcOrd="2" destOrd="0" presId="urn:microsoft.com/office/officeart/2005/8/layout/cycle8"/>
    <dgm:cxn modelId="{01854A32-9DDD-4797-A634-C3A81B0AF756}" type="presParOf" srcId="{0DA40300-5671-4EFE-AE37-8063F54A0D26}" destId="{BB9CAA50-4337-45F9-80D2-3B8E5C34C2A0}" srcOrd="3" destOrd="0" presId="urn:microsoft.com/office/officeart/2005/8/layout/cycle8"/>
    <dgm:cxn modelId="{73649E44-0A3C-462E-B07A-0813B2EDA496}" type="presParOf" srcId="{0DA40300-5671-4EFE-AE37-8063F54A0D26}" destId="{C3574801-DAE3-48EF-9549-F29C03709237}" srcOrd="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66CB0D-545E-496D-89E0-32B05FB3E75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35CA7C-2BBC-4B1B-963A-0EE6A37C5252}">
      <dgm:prSet custT="1"/>
      <dgm:spPr/>
      <dgm:t>
        <a:bodyPr/>
        <a:lstStyle/>
        <a:p>
          <a:r>
            <a:rPr lang="en-US" sz="1200"/>
            <a:t>Each additional year ~ 4.4% decrease in price</a:t>
          </a:r>
        </a:p>
      </dgm:t>
    </dgm:pt>
    <dgm:pt modelId="{EFCC72A0-54FE-4A65-9129-42ACCA30E52C}" type="parTrans" cxnId="{F3BC6F21-5902-466A-9621-0DF7435CF2A4}">
      <dgm:prSet/>
      <dgm:spPr/>
      <dgm:t>
        <a:bodyPr/>
        <a:lstStyle/>
        <a:p>
          <a:endParaRPr lang="en-US"/>
        </a:p>
      </dgm:t>
    </dgm:pt>
    <dgm:pt modelId="{F183D690-5713-4047-93F4-5B195B258F51}" type="sibTrans" cxnId="{F3BC6F21-5902-466A-9621-0DF7435CF2A4}">
      <dgm:prSet/>
      <dgm:spPr/>
      <dgm:t>
        <a:bodyPr/>
        <a:lstStyle/>
        <a:p>
          <a:endParaRPr lang="en-US"/>
        </a:p>
      </dgm:t>
    </dgm:pt>
    <dgm:pt modelId="{985C61B6-F90C-4813-BC6E-5253414F4C4D}">
      <dgm:prSet custT="1"/>
      <dgm:spPr/>
      <dgm:t>
        <a:bodyPr/>
        <a:lstStyle/>
        <a:p>
          <a:r>
            <a:rPr lang="en-US" sz="1200" dirty="0"/>
            <a:t>Milage (-9.61e-06 per km)</a:t>
          </a:r>
        </a:p>
      </dgm:t>
    </dgm:pt>
    <dgm:pt modelId="{7CFABFBC-C7AC-4C5E-93CB-EE1F182C1982}" type="parTrans" cxnId="{5738FA0B-F32D-4AF0-8EA2-505CD5EE1CBD}">
      <dgm:prSet/>
      <dgm:spPr/>
      <dgm:t>
        <a:bodyPr/>
        <a:lstStyle/>
        <a:p>
          <a:endParaRPr lang="en-US"/>
        </a:p>
      </dgm:t>
    </dgm:pt>
    <dgm:pt modelId="{264A6BA5-8774-4D10-B37A-5029511C61BA}" type="sibTrans" cxnId="{5738FA0B-F32D-4AF0-8EA2-505CD5EE1CBD}">
      <dgm:prSet/>
      <dgm:spPr/>
      <dgm:t>
        <a:bodyPr/>
        <a:lstStyle/>
        <a:p>
          <a:endParaRPr lang="en-US"/>
        </a:p>
      </dgm:t>
    </dgm:pt>
    <dgm:pt modelId="{E56BB057-CD62-4BB5-883F-F04382443A39}">
      <dgm:prSet custT="1"/>
      <dgm:spPr/>
      <dgm:t>
        <a:bodyPr/>
        <a:lstStyle/>
        <a:p>
          <a:r>
            <a:rPr lang="en-US" sz="1200"/>
            <a:t>For every +10,000km ~ 9.6% decrease in price</a:t>
          </a:r>
        </a:p>
      </dgm:t>
    </dgm:pt>
    <dgm:pt modelId="{EEE6CAC4-011C-4794-905F-49BA6D0A52F9}" type="parTrans" cxnId="{2E544522-A6B0-4DAC-A511-39A43E6E8D9D}">
      <dgm:prSet/>
      <dgm:spPr/>
      <dgm:t>
        <a:bodyPr/>
        <a:lstStyle/>
        <a:p>
          <a:endParaRPr lang="en-US"/>
        </a:p>
      </dgm:t>
    </dgm:pt>
    <dgm:pt modelId="{F8A39FE7-07E3-42F3-A27D-6DAF3A6A7D07}" type="sibTrans" cxnId="{2E544522-A6B0-4DAC-A511-39A43E6E8D9D}">
      <dgm:prSet/>
      <dgm:spPr/>
      <dgm:t>
        <a:bodyPr/>
        <a:lstStyle/>
        <a:p>
          <a:endParaRPr lang="en-US"/>
        </a:p>
      </dgm:t>
    </dgm:pt>
    <dgm:pt modelId="{85A607F5-654F-429C-A7E0-9F511F260DD9}">
      <dgm:prSet custT="1"/>
      <dgm:spPr/>
      <dgm:t>
        <a:bodyPr/>
        <a:lstStyle/>
        <a:p>
          <a:r>
            <a:rPr lang="en-US" sz="1200" dirty="0"/>
            <a:t>Power / PS (+0.00849)</a:t>
          </a:r>
        </a:p>
      </dgm:t>
    </dgm:pt>
    <dgm:pt modelId="{19BCC40B-E676-4F86-A1A6-19D2C787E689}" type="parTrans" cxnId="{BF89D7D4-F880-4AD7-951A-A124DC244341}">
      <dgm:prSet/>
      <dgm:spPr/>
      <dgm:t>
        <a:bodyPr/>
        <a:lstStyle/>
        <a:p>
          <a:endParaRPr lang="en-US"/>
        </a:p>
      </dgm:t>
    </dgm:pt>
    <dgm:pt modelId="{A5491A60-68E5-42B7-A105-BAEBCEE57FDE}" type="sibTrans" cxnId="{BF89D7D4-F880-4AD7-951A-A124DC244341}">
      <dgm:prSet/>
      <dgm:spPr/>
      <dgm:t>
        <a:bodyPr/>
        <a:lstStyle/>
        <a:p>
          <a:endParaRPr lang="en-US"/>
        </a:p>
      </dgm:t>
    </dgm:pt>
    <dgm:pt modelId="{D2D679DD-84C5-4B21-BD34-525B984CA8E1}">
      <dgm:prSet custT="1"/>
      <dgm:spPr/>
      <dgm:t>
        <a:bodyPr/>
        <a:lstStyle/>
        <a:p>
          <a:r>
            <a:rPr lang="en-US" sz="1200" dirty="0"/>
            <a:t>For every +10 PS ~ 8.5% increase in price</a:t>
          </a:r>
        </a:p>
      </dgm:t>
    </dgm:pt>
    <dgm:pt modelId="{A0EF63F5-A9A1-40B3-A79A-25D03118743F}" type="parTrans" cxnId="{E07856D4-AE9F-442C-B379-E3F4208679A8}">
      <dgm:prSet/>
      <dgm:spPr/>
      <dgm:t>
        <a:bodyPr/>
        <a:lstStyle/>
        <a:p>
          <a:endParaRPr lang="en-US"/>
        </a:p>
      </dgm:t>
    </dgm:pt>
    <dgm:pt modelId="{9EAC328D-C46B-485F-9C44-DC0B16E3F361}" type="sibTrans" cxnId="{E07856D4-AE9F-442C-B379-E3F4208679A8}">
      <dgm:prSet/>
      <dgm:spPr/>
      <dgm:t>
        <a:bodyPr/>
        <a:lstStyle/>
        <a:p>
          <a:endParaRPr lang="en-US"/>
        </a:p>
      </dgm:t>
    </dgm:pt>
    <dgm:pt modelId="{6B9593E6-CF8B-44E7-9AC7-F620A2F31387}">
      <dgm:prSet custT="1"/>
      <dgm:spPr/>
      <dgm:t>
        <a:bodyPr/>
        <a:lstStyle/>
        <a:p>
          <a:r>
            <a:rPr lang="en-US" sz="1200" dirty="0"/>
            <a:t>Unrepaired Damage (-0.7509)</a:t>
          </a:r>
        </a:p>
      </dgm:t>
    </dgm:pt>
    <dgm:pt modelId="{F5F710F9-34D9-4CE2-813F-E9FD76959262}" type="parTrans" cxnId="{C745BBD3-92EC-439D-982A-AE0D005D0D8E}">
      <dgm:prSet/>
      <dgm:spPr/>
      <dgm:t>
        <a:bodyPr/>
        <a:lstStyle/>
        <a:p>
          <a:endParaRPr lang="en-US"/>
        </a:p>
      </dgm:t>
    </dgm:pt>
    <dgm:pt modelId="{212C99B9-BFA8-45B0-B33A-D45106C39701}" type="sibTrans" cxnId="{C745BBD3-92EC-439D-982A-AE0D005D0D8E}">
      <dgm:prSet/>
      <dgm:spPr/>
      <dgm:t>
        <a:bodyPr/>
        <a:lstStyle/>
        <a:p>
          <a:endParaRPr lang="en-US"/>
        </a:p>
      </dgm:t>
    </dgm:pt>
    <dgm:pt modelId="{80CAA607-EC85-45DA-A403-F38DB797284B}">
      <dgm:prSet custT="1"/>
      <dgm:spPr/>
      <dgm:t>
        <a:bodyPr/>
        <a:lstStyle/>
        <a:p>
          <a:r>
            <a:rPr lang="en-US" sz="1200" dirty="0"/>
            <a:t>Vehicles with damage ~ 53% lower price then those without damage</a:t>
          </a:r>
        </a:p>
      </dgm:t>
    </dgm:pt>
    <dgm:pt modelId="{3B5F6EE9-031E-4A05-9662-D098FC2F13D8}" type="parTrans" cxnId="{4F1A6D34-5DF5-4E27-ABA9-16D816DC4426}">
      <dgm:prSet/>
      <dgm:spPr/>
      <dgm:t>
        <a:bodyPr/>
        <a:lstStyle/>
        <a:p>
          <a:endParaRPr lang="en-US"/>
        </a:p>
      </dgm:t>
    </dgm:pt>
    <dgm:pt modelId="{60D2F350-1477-4D87-A92D-FDEB8FB70234}" type="sibTrans" cxnId="{4F1A6D34-5DF5-4E27-ABA9-16D816DC4426}">
      <dgm:prSet/>
      <dgm:spPr/>
      <dgm:t>
        <a:bodyPr/>
        <a:lstStyle/>
        <a:p>
          <a:endParaRPr lang="en-US"/>
        </a:p>
      </dgm:t>
    </dgm:pt>
    <dgm:pt modelId="{277B4478-03B6-4BCF-92AB-A8F7823C91D9}">
      <dgm:prSet custT="1"/>
      <dgm:spPr/>
      <dgm:t>
        <a:bodyPr/>
        <a:lstStyle/>
        <a:p>
          <a:r>
            <a:rPr lang="pt-BR" sz="1200" dirty="0"/>
            <a:t>Gearbox (Manual vs Automatic: -0.0362)</a:t>
          </a:r>
          <a:endParaRPr lang="en-US" sz="1200" dirty="0"/>
        </a:p>
      </dgm:t>
    </dgm:pt>
    <dgm:pt modelId="{4E089E6B-2F1A-40A9-A02D-8A3EF86336E2}" type="parTrans" cxnId="{296E4C5A-98E2-4118-9363-66F460F75F07}">
      <dgm:prSet/>
      <dgm:spPr/>
      <dgm:t>
        <a:bodyPr/>
        <a:lstStyle/>
        <a:p>
          <a:endParaRPr lang="en-US"/>
        </a:p>
      </dgm:t>
    </dgm:pt>
    <dgm:pt modelId="{5501F64A-79EB-401C-9DC7-D1C17841FBC6}" type="sibTrans" cxnId="{296E4C5A-98E2-4118-9363-66F460F75F07}">
      <dgm:prSet/>
      <dgm:spPr/>
      <dgm:t>
        <a:bodyPr/>
        <a:lstStyle/>
        <a:p>
          <a:endParaRPr lang="en-US"/>
        </a:p>
      </dgm:t>
    </dgm:pt>
    <dgm:pt modelId="{7D517E01-309E-4772-BA4A-DCED6AF036F5}">
      <dgm:prSet custT="1"/>
      <dgm:spPr/>
      <dgm:t>
        <a:bodyPr/>
        <a:lstStyle/>
        <a:p>
          <a:r>
            <a:rPr lang="pt-BR" sz="1200" dirty="0"/>
            <a:t>Vehicles with a manual gearbox ~ 3.6 % lower than automatic</a:t>
          </a:r>
          <a:endParaRPr lang="en-US" sz="1200" dirty="0"/>
        </a:p>
      </dgm:t>
    </dgm:pt>
    <dgm:pt modelId="{BE09372C-EE20-4E16-B547-F3873B59FC8F}" type="parTrans" cxnId="{9C2371A8-6D85-4C33-9F4E-7F38312D7509}">
      <dgm:prSet/>
      <dgm:spPr/>
      <dgm:t>
        <a:bodyPr/>
        <a:lstStyle/>
        <a:p>
          <a:endParaRPr lang="en-US"/>
        </a:p>
      </dgm:t>
    </dgm:pt>
    <dgm:pt modelId="{734583C0-E724-484C-905C-E42B6D155653}" type="sibTrans" cxnId="{9C2371A8-6D85-4C33-9F4E-7F38312D7509}">
      <dgm:prSet/>
      <dgm:spPr/>
      <dgm:t>
        <a:bodyPr/>
        <a:lstStyle/>
        <a:p>
          <a:endParaRPr lang="en-US"/>
        </a:p>
      </dgm:t>
    </dgm:pt>
    <dgm:pt modelId="{CEAC649F-5901-4DBF-A343-6BCF4C5DBB76}">
      <dgm:prSet custT="1"/>
      <dgm:spPr/>
      <dgm:t>
        <a:bodyPr/>
        <a:lstStyle/>
        <a:p>
          <a:r>
            <a:rPr lang="pt-BR" sz="1200" dirty="0"/>
            <a:t>Fuel Types:</a:t>
          </a:r>
          <a:endParaRPr lang="en-US" sz="1200" dirty="0"/>
        </a:p>
      </dgm:t>
    </dgm:pt>
    <dgm:pt modelId="{EE0EF931-8C57-4359-8CEC-9C8C2F8B45EF}" type="parTrans" cxnId="{B301935A-8CC6-41A3-BCB2-C984283C9172}">
      <dgm:prSet/>
      <dgm:spPr/>
      <dgm:t>
        <a:bodyPr/>
        <a:lstStyle/>
        <a:p>
          <a:endParaRPr lang="en-US"/>
        </a:p>
      </dgm:t>
    </dgm:pt>
    <dgm:pt modelId="{5C9B26D9-2DA3-4872-867F-6B14E0C2D059}" type="sibTrans" cxnId="{B301935A-8CC6-41A3-BCB2-C984283C9172}">
      <dgm:prSet/>
      <dgm:spPr/>
      <dgm:t>
        <a:bodyPr/>
        <a:lstStyle/>
        <a:p>
          <a:endParaRPr lang="en-US"/>
        </a:p>
      </dgm:t>
    </dgm:pt>
    <dgm:pt modelId="{8883285C-0FF3-4733-AC28-66A96DC3309A}">
      <dgm:prSet custT="1"/>
      <dgm:spPr/>
      <dgm:t>
        <a:bodyPr/>
        <a:lstStyle/>
        <a:p>
          <a:r>
            <a:rPr lang="pt-BR" sz="1200"/>
            <a:t>Diesel (+0.159) ~ 17% higher</a:t>
          </a:r>
          <a:endParaRPr lang="en-US" sz="1200"/>
        </a:p>
      </dgm:t>
    </dgm:pt>
    <dgm:pt modelId="{FAF1D677-EB30-4094-B3CD-8B004363D366}" type="parTrans" cxnId="{9B9BFB40-7D00-461F-A528-D165F9DBC8ED}">
      <dgm:prSet/>
      <dgm:spPr/>
      <dgm:t>
        <a:bodyPr/>
        <a:lstStyle/>
        <a:p>
          <a:endParaRPr lang="en-US"/>
        </a:p>
      </dgm:t>
    </dgm:pt>
    <dgm:pt modelId="{EAEFAFE7-EEEE-482D-B417-0FD40C8CCCD4}" type="sibTrans" cxnId="{9B9BFB40-7D00-461F-A528-D165F9DBC8ED}">
      <dgm:prSet/>
      <dgm:spPr/>
      <dgm:t>
        <a:bodyPr/>
        <a:lstStyle/>
        <a:p>
          <a:endParaRPr lang="en-US"/>
        </a:p>
      </dgm:t>
    </dgm:pt>
    <dgm:pt modelId="{9EBB6B14-3A40-4350-9D81-8980A2B90788}">
      <dgm:prSet custT="1"/>
      <dgm:spPr/>
      <dgm:t>
        <a:bodyPr/>
        <a:lstStyle/>
        <a:p>
          <a:r>
            <a:rPr lang="pt-BR" sz="1200" dirty="0"/>
            <a:t>Gasoline (-0.0307) ~ 3% lower</a:t>
          </a:r>
          <a:endParaRPr lang="en-US" sz="1200" dirty="0"/>
        </a:p>
      </dgm:t>
    </dgm:pt>
    <dgm:pt modelId="{47728C8D-B100-4A21-8D28-7DA5106C2BE4}" type="parTrans" cxnId="{BC6091D3-95FC-4CD7-A4A4-CCCB29576D3A}">
      <dgm:prSet/>
      <dgm:spPr/>
      <dgm:t>
        <a:bodyPr/>
        <a:lstStyle/>
        <a:p>
          <a:endParaRPr lang="en-US"/>
        </a:p>
      </dgm:t>
    </dgm:pt>
    <dgm:pt modelId="{7D7E9E48-2E22-47DD-8829-4E0DC6F13ADA}" type="sibTrans" cxnId="{BC6091D3-95FC-4CD7-A4A4-CCCB29576D3A}">
      <dgm:prSet/>
      <dgm:spPr/>
      <dgm:t>
        <a:bodyPr/>
        <a:lstStyle/>
        <a:p>
          <a:endParaRPr lang="en-US"/>
        </a:p>
      </dgm:t>
    </dgm:pt>
    <dgm:pt modelId="{C7422048-F6F8-49A3-8D4C-510C74177C08}">
      <dgm:prSet custT="1"/>
      <dgm:spPr/>
      <dgm:t>
        <a:bodyPr/>
        <a:lstStyle/>
        <a:p>
          <a:r>
            <a:rPr lang="pt-BR" sz="1200"/>
            <a:t>Hybrid (+0.145) ~ 16% higher</a:t>
          </a:r>
          <a:endParaRPr lang="en-US" sz="1200"/>
        </a:p>
      </dgm:t>
    </dgm:pt>
    <dgm:pt modelId="{7BF5D636-D1D8-412C-887E-53470E05718F}" type="parTrans" cxnId="{6768BA42-DE41-4297-8B55-C232C7858990}">
      <dgm:prSet/>
      <dgm:spPr/>
      <dgm:t>
        <a:bodyPr/>
        <a:lstStyle/>
        <a:p>
          <a:endParaRPr lang="en-US"/>
        </a:p>
      </dgm:t>
    </dgm:pt>
    <dgm:pt modelId="{2AE5BDDE-5158-4CFC-B4E3-BB65084C2460}" type="sibTrans" cxnId="{6768BA42-DE41-4297-8B55-C232C7858990}">
      <dgm:prSet/>
      <dgm:spPr/>
      <dgm:t>
        <a:bodyPr/>
        <a:lstStyle/>
        <a:p>
          <a:endParaRPr lang="en-US"/>
        </a:p>
      </dgm:t>
    </dgm:pt>
    <dgm:pt modelId="{87B272A0-A82E-4262-A52C-F9438DE83474}">
      <dgm:prSet custT="1"/>
      <dgm:spPr/>
      <dgm:t>
        <a:bodyPr/>
        <a:lstStyle/>
        <a:p>
          <a:r>
            <a:rPr lang="pt-BR" sz="1200"/>
            <a:t>LPG (-0.0295) ~ 3% lower</a:t>
          </a:r>
          <a:endParaRPr lang="en-US" sz="1200"/>
        </a:p>
      </dgm:t>
    </dgm:pt>
    <dgm:pt modelId="{B12B4B05-16FB-4953-A188-E21B0B882F0D}" type="parTrans" cxnId="{B5E6B883-CCAE-4CC0-B55E-F5F4CE5C7D41}">
      <dgm:prSet/>
      <dgm:spPr/>
      <dgm:t>
        <a:bodyPr/>
        <a:lstStyle/>
        <a:p>
          <a:endParaRPr lang="en-US"/>
        </a:p>
      </dgm:t>
    </dgm:pt>
    <dgm:pt modelId="{F973B477-1012-4AF8-8C39-5A7E14573BB1}" type="sibTrans" cxnId="{B5E6B883-CCAE-4CC0-B55E-F5F4CE5C7D41}">
      <dgm:prSet/>
      <dgm:spPr/>
      <dgm:t>
        <a:bodyPr/>
        <a:lstStyle/>
        <a:p>
          <a:endParaRPr lang="en-US"/>
        </a:p>
      </dgm:t>
    </dgm:pt>
    <dgm:pt modelId="{B5136ACD-B76F-421D-99D3-3562EDEED75D}">
      <dgm:prSet custT="1"/>
      <dgm:spPr/>
      <dgm:t>
        <a:bodyPr/>
        <a:lstStyle/>
        <a:p>
          <a:r>
            <a:rPr lang="pt-BR" sz="1200" dirty="0"/>
            <a:t>Electric ~ not statistically significant</a:t>
          </a:r>
          <a:endParaRPr lang="en-US" sz="1200" dirty="0"/>
        </a:p>
      </dgm:t>
    </dgm:pt>
    <dgm:pt modelId="{B7C7E7C0-82E4-43A2-901A-C3A0C268F7E7}" type="parTrans" cxnId="{DD2F1CC4-3193-4D63-9CC8-2351B60B2042}">
      <dgm:prSet/>
      <dgm:spPr/>
      <dgm:t>
        <a:bodyPr/>
        <a:lstStyle/>
        <a:p>
          <a:endParaRPr lang="en-US"/>
        </a:p>
      </dgm:t>
    </dgm:pt>
    <dgm:pt modelId="{52A44295-67D3-40E2-8ECA-BF63C436C569}" type="sibTrans" cxnId="{DD2F1CC4-3193-4D63-9CC8-2351B60B2042}">
      <dgm:prSet/>
      <dgm:spPr/>
      <dgm:t>
        <a:bodyPr/>
        <a:lstStyle/>
        <a:p>
          <a:endParaRPr lang="en-US"/>
        </a:p>
      </dgm:t>
    </dgm:pt>
    <dgm:pt modelId="{7557270A-89CB-48AB-893C-B455D88239B3}">
      <dgm:prSet custT="1"/>
      <dgm:spPr/>
      <dgm:t>
        <a:bodyPr/>
        <a:lstStyle/>
        <a:p>
          <a:r>
            <a:rPr lang="en-US" sz="1200" dirty="0"/>
            <a:t>Model Age (-0.0455)</a:t>
          </a:r>
        </a:p>
      </dgm:t>
    </dgm:pt>
    <dgm:pt modelId="{FA5AC941-B79A-485C-980C-137158DF38B5}" type="parTrans" cxnId="{E981A11D-1D1E-49D7-B29F-492B246B5BF1}">
      <dgm:prSet/>
      <dgm:spPr/>
      <dgm:t>
        <a:bodyPr/>
        <a:lstStyle/>
        <a:p>
          <a:endParaRPr lang="en-US"/>
        </a:p>
      </dgm:t>
    </dgm:pt>
    <dgm:pt modelId="{D144289C-D432-42F0-B658-BFDD40708487}" type="sibTrans" cxnId="{E981A11D-1D1E-49D7-B29F-492B246B5BF1}">
      <dgm:prSet/>
      <dgm:spPr/>
      <dgm:t>
        <a:bodyPr/>
        <a:lstStyle/>
        <a:p>
          <a:endParaRPr lang="en-US"/>
        </a:p>
      </dgm:t>
    </dgm:pt>
    <dgm:pt modelId="{6632543D-2691-447E-9CED-EAE7DC6C4DA0}" type="pres">
      <dgm:prSet presAssocID="{6766CB0D-545E-496D-89E0-32B05FB3E75D}" presName="linear" presStyleCnt="0">
        <dgm:presLayoutVars>
          <dgm:dir/>
          <dgm:animLvl val="lvl"/>
          <dgm:resizeHandles val="exact"/>
        </dgm:presLayoutVars>
      </dgm:prSet>
      <dgm:spPr/>
    </dgm:pt>
    <dgm:pt modelId="{91BB5CC0-2043-43C0-9AC3-F63BE1B9ECB4}" type="pres">
      <dgm:prSet presAssocID="{7557270A-89CB-48AB-893C-B455D88239B3}" presName="parentLin" presStyleCnt="0"/>
      <dgm:spPr/>
    </dgm:pt>
    <dgm:pt modelId="{30858F3C-53FE-4F90-B338-138A020BE1B9}" type="pres">
      <dgm:prSet presAssocID="{7557270A-89CB-48AB-893C-B455D88239B3}" presName="parentLeftMargin" presStyleLbl="node1" presStyleIdx="0" presStyleCnt="6"/>
      <dgm:spPr/>
    </dgm:pt>
    <dgm:pt modelId="{BDF01F70-A1ED-453F-A673-C1D3B0D417EA}" type="pres">
      <dgm:prSet presAssocID="{7557270A-89CB-48AB-893C-B455D88239B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F7DBC57-5F6D-4C40-A04B-D30A831C7445}" type="pres">
      <dgm:prSet presAssocID="{7557270A-89CB-48AB-893C-B455D88239B3}" presName="negativeSpace" presStyleCnt="0"/>
      <dgm:spPr/>
    </dgm:pt>
    <dgm:pt modelId="{B42062BF-CDC3-4A25-9A78-A22114C8DEDF}" type="pres">
      <dgm:prSet presAssocID="{7557270A-89CB-48AB-893C-B455D88239B3}" presName="childText" presStyleLbl="conFgAcc1" presStyleIdx="0" presStyleCnt="6">
        <dgm:presLayoutVars>
          <dgm:bulletEnabled val="1"/>
        </dgm:presLayoutVars>
      </dgm:prSet>
      <dgm:spPr/>
    </dgm:pt>
    <dgm:pt modelId="{B1CE7531-71EC-491B-8B86-5EF81A8B7E6B}" type="pres">
      <dgm:prSet presAssocID="{D144289C-D432-42F0-B658-BFDD40708487}" presName="spaceBetweenRectangles" presStyleCnt="0"/>
      <dgm:spPr/>
    </dgm:pt>
    <dgm:pt modelId="{A635AB5E-E88D-4DC5-B3F4-0B4C202E8D25}" type="pres">
      <dgm:prSet presAssocID="{985C61B6-F90C-4813-BC6E-5253414F4C4D}" presName="parentLin" presStyleCnt="0"/>
      <dgm:spPr/>
    </dgm:pt>
    <dgm:pt modelId="{55EE8E1B-7E9E-468B-8F9C-A4538E436804}" type="pres">
      <dgm:prSet presAssocID="{985C61B6-F90C-4813-BC6E-5253414F4C4D}" presName="parentLeftMargin" presStyleLbl="node1" presStyleIdx="0" presStyleCnt="6"/>
      <dgm:spPr/>
    </dgm:pt>
    <dgm:pt modelId="{90A3585E-FC67-48FA-B3E4-14E9115B9A96}" type="pres">
      <dgm:prSet presAssocID="{985C61B6-F90C-4813-BC6E-5253414F4C4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E0101AC-CDA5-4B1C-A15B-B3692BC029A2}" type="pres">
      <dgm:prSet presAssocID="{985C61B6-F90C-4813-BC6E-5253414F4C4D}" presName="negativeSpace" presStyleCnt="0"/>
      <dgm:spPr/>
    </dgm:pt>
    <dgm:pt modelId="{83454AA6-BEEC-435F-8630-3CF8FC23E4ED}" type="pres">
      <dgm:prSet presAssocID="{985C61B6-F90C-4813-BC6E-5253414F4C4D}" presName="childText" presStyleLbl="conFgAcc1" presStyleIdx="1" presStyleCnt="6">
        <dgm:presLayoutVars>
          <dgm:bulletEnabled val="1"/>
        </dgm:presLayoutVars>
      </dgm:prSet>
      <dgm:spPr/>
    </dgm:pt>
    <dgm:pt modelId="{17CD9D3E-73FC-4FAF-BD5D-0657BD6110BE}" type="pres">
      <dgm:prSet presAssocID="{264A6BA5-8774-4D10-B37A-5029511C61BA}" presName="spaceBetweenRectangles" presStyleCnt="0"/>
      <dgm:spPr/>
    </dgm:pt>
    <dgm:pt modelId="{F779F996-1CE0-4BB1-A281-2A5070BC11B7}" type="pres">
      <dgm:prSet presAssocID="{85A607F5-654F-429C-A7E0-9F511F260DD9}" presName="parentLin" presStyleCnt="0"/>
      <dgm:spPr/>
    </dgm:pt>
    <dgm:pt modelId="{7B7EDC3D-A47D-4B08-AA9F-8B418448330C}" type="pres">
      <dgm:prSet presAssocID="{85A607F5-654F-429C-A7E0-9F511F260DD9}" presName="parentLeftMargin" presStyleLbl="node1" presStyleIdx="1" presStyleCnt="6"/>
      <dgm:spPr/>
    </dgm:pt>
    <dgm:pt modelId="{76B5E9E2-5F74-4766-AA49-A41A07D8D1D1}" type="pres">
      <dgm:prSet presAssocID="{85A607F5-654F-429C-A7E0-9F511F260DD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94270F0-73CA-4D65-A710-62BFC4834DC9}" type="pres">
      <dgm:prSet presAssocID="{85A607F5-654F-429C-A7E0-9F511F260DD9}" presName="negativeSpace" presStyleCnt="0"/>
      <dgm:spPr/>
    </dgm:pt>
    <dgm:pt modelId="{06DCCCAF-6FF5-4EE8-9B7C-15E559E47442}" type="pres">
      <dgm:prSet presAssocID="{85A607F5-654F-429C-A7E0-9F511F260DD9}" presName="childText" presStyleLbl="conFgAcc1" presStyleIdx="2" presStyleCnt="6">
        <dgm:presLayoutVars>
          <dgm:bulletEnabled val="1"/>
        </dgm:presLayoutVars>
      </dgm:prSet>
      <dgm:spPr/>
    </dgm:pt>
    <dgm:pt modelId="{8C9B81E0-1199-42DB-BC4C-CAB25C75D888}" type="pres">
      <dgm:prSet presAssocID="{A5491A60-68E5-42B7-A105-BAEBCEE57FDE}" presName="spaceBetweenRectangles" presStyleCnt="0"/>
      <dgm:spPr/>
    </dgm:pt>
    <dgm:pt modelId="{9EBC2C6A-AE9B-407D-81E6-3A8F94C262FA}" type="pres">
      <dgm:prSet presAssocID="{6B9593E6-CF8B-44E7-9AC7-F620A2F31387}" presName="parentLin" presStyleCnt="0"/>
      <dgm:spPr/>
    </dgm:pt>
    <dgm:pt modelId="{C1DD9CFE-F11D-423C-94BB-00D41C31FFEA}" type="pres">
      <dgm:prSet presAssocID="{6B9593E6-CF8B-44E7-9AC7-F620A2F31387}" presName="parentLeftMargin" presStyleLbl="node1" presStyleIdx="2" presStyleCnt="6"/>
      <dgm:spPr/>
    </dgm:pt>
    <dgm:pt modelId="{0B4883BA-0A00-41F2-8910-2254672798F6}" type="pres">
      <dgm:prSet presAssocID="{6B9593E6-CF8B-44E7-9AC7-F620A2F3138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571A151-3A8B-4703-99F4-F943907E5DAD}" type="pres">
      <dgm:prSet presAssocID="{6B9593E6-CF8B-44E7-9AC7-F620A2F31387}" presName="negativeSpace" presStyleCnt="0"/>
      <dgm:spPr/>
    </dgm:pt>
    <dgm:pt modelId="{A3C7445C-9BB3-472C-BB87-FB18B5B71450}" type="pres">
      <dgm:prSet presAssocID="{6B9593E6-CF8B-44E7-9AC7-F620A2F31387}" presName="childText" presStyleLbl="conFgAcc1" presStyleIdx="3" presStyleCnt="6">
        <dgm:presLayoutVars>
          <dgm:bulletEnabled val="1"/>
        </dgm:presLayoutVars>
      </dgm:prSet>
      <dgm:spPr/>
    </dgm:pt>
    <dgm:pt modelId="{B17EB832-B690-4E4E-BDAD-52866CE64EAB}" type="pres">
      <dgm:prSet presAssocID="{212C99B9-BFA8-45B0-B33A-D45106C39701}" presName="spaceBetweenRectangles" presStyleCnt="0"/>
      <dgm:spPr/>
    </dgm:pt>
    <dgm:pt modelId="{E5019AC9-7B3B-4598-BA5C-C2DF9F5C65E5}" type="pres">
      <dgm:prSet presAssocID="{277B4478-03B6-4BCF-92AB-A8F7823C91D9}" presName="parentLin" presStyleCnt="0"/>
      <dgm:spPr/>
    </dgm:pt>
    <dgm:pt modelId="{6E6F6FC1-04E7-4CBF-9D6E-556D193C6465}" type="pres">
      <dgm:prSet presAssocID="{277B4478-03B6-4BCF-92AB-A8F7823C91D9}" presName="parentLeftMargin" presStyleLbl="node1" presStyleIdx="3" presStyleCnt="6"/>
      <dgm:spPr/>
    </dgm:pt>
    <dgm:pt modelId="{6F5D210B-F81D-4B0E-B95C-BFDECFFDF0DE}" type="pres">
      <dgm:prSet presAssocID="{277B4478-03B6-4BCF-92AB-A8F7823C91D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9728539-60D6-4580-86FC-B521C34A9AA4}" type="pres">
      <dgm:prSet presAssocID="{277B4478-03B6-4BCF-92AB-A8F7823C91D9}" presName="negativeSpace" presStyleCnt="0"/>
      <dgm:spPr/>
    </dgm:pt>
    <dgm:pt modelId="{E04E2330-4725-469A-B15C-41DB2BDE6352}" type="pres">
      <dgm:prSet presAssocID="{277B4478-03B6-4BCF-92AB-A8F7823C91D9}" presName="childText" presStyleLbl="conFgAcc1" presStyleIdx="4" presStyleCnt="6">
        <dgm:presLayoutVars>
          <dgm:bulletEnabled val="1"/>
        </dgm:presLayoutVars>
      </dgm:prSet>
      <dgm:spPr/>
    </dgm:pt>
    <dgm:pt modelId="{9A303D25-F422-4D22-9F35-59F997A0CE27}" type="pres">
      <dgm:prSet presAssocID="{5501F64A-79EB-401C-9DC7-D1C17841FBC6}" presName="spaceBetweenRectangles" presStyleCnt="0"/>
      <dgm:spPr/>
    </dgm:pt>
    <dgm:pt modelId="{9ED21CCB-FE6A-4309-AB63-8C3D978FEAFD}" type="pres">
      <dgm:prSet presAssocID="{CEAC649F-5901-4DBF-A343-6BCF4C5DBB76}" presName="parentLin" presStyleCnt="0"/>
      <dgm:spPr/>
    </dgm:pt>
    <dgm:pt modelId="{5590B498-891F-44F8-B0CC-F8F5111220A7}" type="pres">
      <dgm:prSet presAssocID="{CEAC649F-5901-4DBF-A343-6BCF4C5DBB76}" presName="parentLeftMargin" presStyleLbl="node1" presStyleIdx="4" presStyleCnt="6"/>
      <dgm:spPr/>
    </dgm:pt>
    <dgm:pt modelId="{03E4F57D-CB95-45A9-9288-1984B6EA32E3}" type="pres">
      <dgm:prSet presAssocID="{CEAC649F-5901-4DBF-A343-6BCF4C5DBB76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482446BD-2C9D-4537-AAB8-4423DB0464CC}" type="pres">
      <dgm:prSet presAssocID="{CEAC649F-5901-4DBF-A343-6BCF4C5DBB76}" presName="negativeSpace" presStyleCnt="0"/>
      <dgm:spPr/>
    </dgm:pt>
    <dgm:pt modelId="{93FA0300-2CC7-4EFD-BC6E-CB34137F9FA0}" type="pres">
      <dgm:prSet presAssocID="{CEAC649F-5901-4DBF-A343-6BCF4C5DBB7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5CFDDE0A-9396-467A-9A48-BB7C3D3F4C94}" type="presOf" srcId="{6B9593E6-CF8B-44E7-9AC7-F620A2F31387}" destId="{0B4883BA-0A00-41F2-8910-2254672798F6}" srcOrd="1" destOrd="0" presId="urn:microsoft.com/office/officeart/2005/8/layout/list1"/>
    <dgm:cxn modelId="{5738FA0B-F32D-4AF0-8EA2-505CD5EE1CBD}" srcId="{6766CB0D-545E-496D-89E0-32B05FB3E75D}" destId="{985C61B6-F90C-4813-BC6E-5253414F4C4D}" srcOrd="1" destOrd="0" parTransId="{7CFABFBC-C7AC-4C5E-93CB-EE1F182C1982}" sibTransId="{264A6BA5-8774-4D10-B37A-5029511C61BA}"/>
    <dgm:cxn modelId="{A6270F14-A4A5-4B9C-83A0-BE5D4F4CE875}" type="presOf" srcId="{985C61B6-F90C-4813-BC6E-5253414F4C4D}" destId="{90A3585E-FC67-48FA-B3E4-14E9115B9A96}" srcOrd="1" destOrd="0" presId="urn:microsoft.com/office/officeart/2005/8/layout/list1"/>
    <dgm:cxn modelId="{A8469016-5E5D-4E5D-93F3-8AFEC0FD632E}" type="presOf" srcId="{277B4478-03B6-4BCF-92AB-A8F7823C91D9}" destId="{6E6F6FC1-04E7-4CBF-9D6E-556D193C6465}" srcOrd="0" destOrd="0" presId="urn:microsoft.com/office/officeart/2005/8/layout/list1"/>
    <dgm:cxn modelId="{FCD5881A-F367-407D-AE48-153F667C2254}" type="presOf" srcId="{D2D679DD-84C5-4B21-BD34-525B984CA8E1}" destId="{06DCCCAF-6FF5-4EE8-9B7C-15E559E47442}" srcOrd="0" destOrd="0" presId="urn:microsoft.com/office/officeart/2005/8/layout/list1"/>
    <dgm:cxn modelId="{E981A11D-1D1E-49D7-B29F-492B246B5BF1}" srcId="{6766CB0D-545E-496D-89E0-32B05FB3E75D}" destId="{7557270A-89CB-48AB-893C-B455D88239B3}" srcOrd="0" destOrd="0" parTransId="{FA5AC941-B79A-485C-980C-137158DF38B5}" sibTransId="{D144289C-D432-42F0-B658-BFDD40708487}"/>
    <dgm:cxn modelId="{25661A21-6F3F-47BD-9933-3099C967CE6C}" type="presOf" srcId="{85A607F5-654F-429C-A7E0-9F511F260DD9}" destId="{76B5E9E2-5F74-4766-AA49-A41A07D8D1D1}" srcOrd="1" destOrd="0" presId="urn:microsoft.com/office/officeart/2005/8/layout/list1"/>
    <dgm:cxn modelId="{F3BC6F21-5902-466A-9621-0DF7435CF2A4}" srcId="{7557270A-89CB-48AB-893C-B455D88239B3}" destId="{0035CA7C-2BBC-4B1B-963A-0EE6A37C5252}" srcOrd="0" destOrd="0" parTransId="{EFCC72A0-54FE-4A65-9129-42ACCA30E52C}" sibTransId="{F183D690-5713-4047-93F4-5B195B258F51}"/>
    <dgm:cxn modelId="{2E544522-A6B0-4DAC-A511-39A43E6E8D9D}" srcId="{985C61B6-F90C-4813-BC6E-5253414F4C4D}" destId="{E56BB057-CD62-4BB5-883F-F04382443A39}" srcOrd="0" destOrd="0" parTransId="{EEE6CAC4-011C-4794-905F-49BA6D0A52F9}" sibTransId="{F8A39FE7-07E3-42F3-A27D-6DAF3A6A7D07}"/>
    <dgm:cxn modelId="{4F1A6D34-5DF5-4E27-ABA9-16D816DC4426}" srcId="{6B9593E6-CF8B-44E7-9AC7-F620A2F31387}" destId="{80CAA607-EC85-45DA-A403-F38DB797284B}" srcOrd="0" destOrd="0" parTransId="{3B5F6EE9-031E-4A05-9662-D098FC2F13D8}" sibTransId="{60D2F350-1477-4D87-A92D-FDEB8FB70234}"/>
    <dgm:cxn modelId="{17A83835-26C4-4DE3-A352-5BE3B75799AE}" type="presOf" srcId="{B5136ACD-B76F-421D-99D3-3562EDEED75D}" destId="{93FA0300-2CC7-4EFD-BC6E-CB34137F9FA0}" srcOrd="0" destOrd="4" presId="urn:microsoft.com/office/officeart/2005/8/layout/list1"/>
    <dgm:cxn modelId="{5587EB35-E876-42A1-B738-858A38933BFC}" type="presOf" srcId="{6B9593E6-CF8B-44E7-9AC7-F620A2F31387}" destId="{C1DD9CFE-F11D-423C-94BB-00D41C31FFEA}" srcOrd="0" destOrd="0" presId="urn:microsoft.com/office/officeart/2005/8/layout/list1"/>
    <dgm:cxn modelId="{097D293A-111C-4ED9-BF63-364916549EC6}" type="presOf" srcId="{8883285C-0FF3-4733-AC28-66A96DC3309A}" destId="{93FA0300-2CC7-4EFD-BC6E-CB34137F9FA0}" srcOrd="0" destOrd="0" presId="urn:microsoft.com/office/officeart/2005/8/layout/list1"/>
    <dgm:cxn modelId="{9B9BFB40-7D00-461F-A528-D165F9DBC8ED}" srcId="{CEAC649F-5901-4DBF-A343-6BCF4C5DBB76}" destId="{8883285C-0FF3-4733-AC28-66A96DC3309A}" srcOrd="0" destOrd="0" parTransId="{FAF1D677-EB30-4094-B3CD-8B004363D366}" sibTransId="{EAEFAFE7-EEEE-482D-B417-0FD40C8CCCD4}"/>
    <dgm:cxn modelId="{1D58005F-1AD4-4F49-89A0-A91EC745F717}" type="presOf" srcId="{85A607F5-654F-429C-A7E0-9F511F260DD9}" destId="{7B7EDC3D-A47D-4B08-AA9F-8B418448330C}" srcOrd="0" destOrd="0" presId="urn:microsoft.com/office/officeart/2005/8/layout/list1"/>
    <dgm:cxn modelId="{6768BA42-DE41-4297-8B55-C232C7858990}" srcId="{CEAC649F-5901-4DBF-A343-6BCF4C5DBB76}" destId="{C7422048-F6F8-49A3-8D4C-510C74177C08}" srcOrd="2" destOrd="0" parTransId="{7BF5D636-D1D8-412C-887E-53470E05718F}" sibTransId="{2AE5BDDE-5158-4CFC-B4E3-BB65084C2460}"/>
    <dgm:cxn modelId="{DC4DC76D-7A88-4BB2-A476-9BF4D1AFFDE7}" type="presOf" srcId="{CEAC649F-5901-4DBF-A343-6BCF4C5DBB76}" destId="{03E4F57D-CB95-45A9-9288-1984B6EA32E3}" srcOrd="1" destOrd="0" presId="urn:microsoft.com/office/officeart/2005/8/layout/list1"/>
    <dgm:cxn modelId="{296E4C5A-98E2-4118-9363-66F460F75F07}" srcId="{6766CB0D-545E-496D-89E0-32B05FB3E75D}" destId="{277B4478-03B6-4BCF-92AB-A8F7823C91D9}" srcOrd="4" destOrd="0" parTransId="{4E089E6B-2F1A-40A9-A02D-8A3EF86336E2}" sibTransId="{5501F64A-79EB-401C-9DC7-D1C17841FBC6}"/>
    <dgm:cxn modelId="{B301935A-8CC6-41A3-BCB2-C984283C9172}" srcId="{6766CB0D-545E-496D-89E0-32B05FB3E75D}" destId="{CEAC649F-5901-4DBF-A343-6BCF4C5DBB76}" srcOrd="5" destOrd="0" parTransId="{EE0EF931-8C57-4359-8CEC-9C8C2F8B45EF}" sibTransId="{5C9B26D9-2DA3-4872-867F-6B14E0C2D059}"/>
    <dgm:cxn modelId="{B5E6B883-CCAE-4CC0-B55E-F5F4CE5C7D41}" srcId="{CEAC649F-5901-4DBF-A343-6BCF4C5DBB76}" destId="{87B272A0-A82E-4262-A52C-F9438DE83474}" srcOrd="3" destOrd="0" parTransId="{B12B4B05-16FB-4953-A188-E21B0B882F0D}" sibTransId="{F973B477-1012-4AF8-8C39-5A7E14573BB1}"/>
    <dgm:cxn modelId="{13483C89-ACAB-465D-B177-221D8EB865AD}" type="presOf" srcId="{277B4478-03B6-4BCF-92AB-A8F7823C91D9}" destId="{6F5D210B-F81D-4B0E-B95C-BFDECFFDF0DE}" srcOrd="1" destOrd="0" presId="urn:microsoft.com/office/officeart/2005/8/layout/list1"/>
    <dgm:cxn modelId="{C6963C9C-5141-4C8C-8C0F-C995DECD8795}" type="presOf" srcId="{7557270A-89CB-48AB-893C-B455D88239B3}" destId="{30858F3C-53FE-4F90-B338-138A020BE1B9}" srcOrd="0" destOrd="0" presId="urn:microsoft.com/office/officeart/2005/8/layout/list1"/>
    <dgm:cxn modelId="{8A0CF7A6-D0C2-465E-B0DB-AE0208C8A5CC}" type="presOf" srcId="{87B272A0-A82E-4262-A52C-F9438DE83474}" destId="{93FA0300-2CC7-4EFD-BC6E-CB34137F9FA0}" srcOrd="0" destOrd="3" presId="urn:microsoft.com/office/officeart/2005/8/layout/list1"/>
    <dgm:cxn modelId="{9C2371A8-6D85-4C33-9F4E-7F38312D7509}" srcId="{277B4478-03B6-4BCF-92AB-A8F7823C91D9}" destId="{7D517E01-309E-4772-BA4A-DCED6AF036F5}" srcOrd="0" destOrd="0" parTransId="{BE09372C-EE20-4E16-B547-F3873B59FC8F}" sibTransId="{734583C0-E724-484C-905C-E42B6D155653}"/>
    <dgm:cxn modelId="{E6B03DAD-4A46-4DA1-8583-6B944876BC6D}" type="presOf" srcId="{0035CA7C-2BBC-4B1B-963A-0EE6A37C5252}" destId="{B42062BF-CDC3-4A25-9A78-A22114C8DEDF}" srcOrd="0" destOrd="0" presId="urn:microsoft.com/office/officeart/2005/8/layout/list1"/>
    <dgm:cxn modelId="{0A585CAE-5C35-4618-8801-B0B7D5258236}" type="presOf" srcId="{CEAC649F-5901-4DBF-A343-6BCF4C5DBB76}" destId="{5590B498-891F-44F8-B0CC-F8F5111220A7}" srcOrd="0" destOrd="0" presId="urn:microsoft.com/office/officeart/2005/8/layout/list1"/>
    <dgm:cxn modelId="{C75404BE-CDEA-4498-A611-653D1843FCA1}" type="presOf" srcId="{C7422048-F6F8-49A3-8D4C-510C74177C08}" destId="{93FA0300-2CC7-4EFD-BC6E-CB34137F9FA0}" srcOrd="0" destOrd="2" presId="urn:microsoft.com/office/officeart/2005/8/layout/list1"/>
    <dgm:cxn modelId="{3DCB97C3-4C64-4972-912A-BFC8F8C528AE}" type="presOf" srcId="{7557270A-89CB-48AB-893C-B455D88239B3}" destId="{BDF01F70-A1ED-453F-A673-C1D3B0D417EA}" srcOrd="1" destOrd="0" presId="urn:microsoft.com/office/officeart/2005/8/layout/list1"/>
    <dgm:cxn modelId="{DD2F1CC4-3193-4D63-9CC8-2351B60B2042}" srcId="{CEAC649F-5901-4DBF-A343-6BCF4C5DBB76}" destId="{B5136ACD-B76F-421D-99D3-3562EDEED75D}" srcOrd="4" destOrd="0" parTransId="{B7C7E7C0-82E4-43A2-901A-C3A0C268F7E7}" sibTransId="{52A44295-67D3-40E2-8ECA-BF63C436C569}"/>
    <dgm:cxn modelId="{858223D0-47B5-461B-B057-F5DA61DCA761}" type="presOf" srcId="{6766CB0D-545E-496D-89E0-32B05FB3E75D}" destId="{6632543D-2691-447E-9CED-EAE7DC6C4DA0}" srcOrd="0" destOrd="0" presId="urn:microsoft.com/office/officeart/2005/8/layout/list1"/>
    <dgm:cxn modelId="{154D2ED0-D2D9-4DFD-BA98-F33E2DAC4D19}" type="presOf" srcId="{9EBB6B14-3A40-4350-9D81-8980A2B90788}" destId="{93FA0300-2CC7-4EFD-BC6E-CB34137F9FA0}" srcOrd="0" destOrd="1" presId="urn:microsoft.com/office/officeart/2005/8/layout/list1"/>
    <dgm:cxn modelId="{BC6091D3-95FC-4CD7-A4A4-CCCB29576D3A}" srcId="{CEAC649F-5901-4DBF-A343-6BCF4C5DBB76}" destId="{9EBB6B14-3A40-4350-9D81-8980A2B90788}" srcOrd="1" destOrd="0" parTransId="{47728C8D-B100-4A21-8D28-7DA5106C2BE4}" sibTransId="{7D7E9E48-2E22-47DD-8829-4E0DC6F13ADA}"/>
    <dgm:cxn modelId="{C745BBD3-92EC-439D-982A-AE0D005D0D8E}" srcId="{6766CB0D-545E-496D-89E0-32B05FB3E75D}" destId="{6B9593E6-CF8B-44E7-9AC7-F620A2F31387}" srcOrd="3" destOrd="0" parTransId="{F5F710F9-34D9-4CE2-813F-E9FD76959262}" sibTransId="{212C99B9-BFA8-45B0-B33A-D45106C39701}"/>
    <dgm:cxn modelId="{E07856D4-AE9F-442C-B379-E3F4208679A8}" srcId="{85A607F5-654F-429C-A7E0-9F511F260DD9}" destId="{D2D679DD-84C5-4B21-BD34-525B984CA8E1}" srcOrd="0" destOrd="0" parTransId="{A0EF63F5-A9A1-40B3-A79A-25D03118743F}" sibTransId="{9EAC328D-C46B-485F-9C44-DC0B16E3F361}"/>
    <dgm:cxn modelId="{BF89D7D4-F880-4AD7-951A-A124DC244341}" srcId="{6766CB0D-545E-496D-89E0-32B05FB3E75D}" destId="{85A607F5-654F-429C-A7E0-9F511F260DD9}" srcOrd="2" destOrd="0" parTransId="{19BCC40B-E676-4F86-A1A6-19D2C787E689}" sibTransId="{A5491A60-68E5-42B7-A105-BAEBCEE57FDE}"/>
    <dgm:cxn modelId="{66A825D6-47BB-4012-8442-0D18427FDC15}" type="presOf" srcId="{985C61B6-F90C-4813-BC6E-5253414F4C4D}" destId="{55EE8E1B-7E9E-468B-8F9C-A4538E436804}" srcOrd="0" destOrd="0" presId="urn:microsoft.com/office/officeart/2005/8/layout/list1"/>
    <dgm:cxn modelId="{8E6097DF-FCBD-4184-927D-22B9288F4D23}" type="presOf" srcId="{7D517E01-309E-4772-BA4A-DCED6AF036F5}" destId="{E04E2330-4725-469A-B15C-41DB2BDE6352}" srcOrd="0" destOrd="0" presId="urn:microsoft.com/office/officeart/2005/8/layout/list1"/>
    <dgm:cxn modelId="{59745FEF-2CAA-49AE-9D7B-892C5D294B05}" type="presOf" srcId="{80CAA607-EC85-45DA-A403-F38DB797284B}" destId="{A3C7445C-9BB3-472C-BB87-FB18B5B71450}" srcOrd="0" destOrd="0" presId="urn:microsoft.com/office/officeart/2005/8/layout/list1"/>
    <dgm:cxn modelId="{CEF1EAFE-BF2B-4F79-B55C-3CF5619FC897}" type="presOf" srcId="{E56BB057-CD62-4BB5-883F-F04382443A39}" destId="{83454AA6-BEEC-435F-8630-3CF8FC23E4ED}" srcOrd="0" destOrd="0" presId="urn:microsoft.com/office/officeart/2005/8/layout/list1"/>
    <dgm:cxn modelId="{FB85AD60-23A0-4B11-AA47-5DF40568B100}" type="presParOf" srcId="{6632543D-2691-447E-9CED-EAE7DC6C4DA0}" destId="{91BB5CC0-2043-43C0-9AC3-F63BE1B9ECB4}" srcOrd="0" destOrd="0" presId="urn:microsoft.com/office/officeart/2005/8/layout/list1"/>
    <dgm:cxn modelId="{87E1FE69-8AB7-44F8-875D-881A567718B0}" type="presParOf" srcId="{91BB5CC0-2043-43C0-9AC3-F63BE1B9ECB4}" destId="{30858F3C-53FE-4F90-B338-138A020BE1B9}" srcOrd="0" destOrd="0" presId="urn:microsoft.com/office/officeart/2005/8/layout/list1"/>
    <dgm:cxn modelId="{6A61C8FD-361E-4F74-842F-706D26829EAB}" type="presParOf" srcId="{91BB5CC0-2043-43C0-9AC3-F63BE1B9ECB4}" destId="{BDF01F70-A1ED-453F-A673-C1D3B0D417EA}" srcOrd="1" destOrd="0" presId="urn:microsoft.com/office/officeart/2005/8/layout/list1"/>
    <dgm:cxn modelId="{34413391-10D8-454F-8A80-34B7E2F76D10}" type="presParOf" srcId="{6632543D-2691-447E-9CED-EAE7DC6C4DA0}" destId="{5F7DBC57-5F6D-4C40-A04B-D30A831C7445}" srcOrd="1" destOrd="0" presId="urn:microsoft.com/office/officeart/2005/8/layout/list1"/>
    <dgm:cxn modelId="{7689DCB9-0EA7-41D9-9A87-4950B799E44D}" type="presParOf" srcId="{6632543D-2691-447E-9CED-EAE7DC6C4DA0}" destId="{B42062BF-CDC3-4A25-9A78-A22114C8DEDF}" srcOrd="2" destOrd="0" presId="urn:microsoft.com/office/officeart/2005/8/layout/list1"/>
    <dgm:cxn modelId="{90112330-D240-4D45-853B-3FF3EB8CD99C}" type="presParOf" srcId="{6632543D-2691-447E-9CED-EAE7DC6C4DA0}" destId="{B1CE7531-71EC-491B-8B86-5EF81A8B7E6B}" srcOrd="3" destOrd="0" presId="urn:microsoft.com/office/officeart/2005/8/layout/list1"/>
    <dgm:cxn modelId="{84E151CC-E12F-4C93-9A80-2D2F51B3A5B9}" type="presParOf" srcId="{6632543D-2691-447E-9CED-EAE7DC6C4DA0}" destId="{A635AB5E-E88D-4DC5-B3F4-0B4C202E8D25}" srcOrd="4" destOrd="0" presId="urn:microsoft.com/office/officeart/2005/8/layout/list1"/>
    <dgm:cxn modelId="{2D5FE52C-D86B-406E-8C39-700D6DA2351D}" type="presParOf" srcId="{A635AB5E-E88D-4DC5-B3F4-0B4C202E8D25}" destId="{55EE8E1B-7E9E-468B-8F9C-A4538E436804}" srcOrd="0" destOrd="0" presId="urn:microsoft.com/office/officeart/2005/8/layout/list1"/>
    <dgm:cxn modelId="{917190B9-C3BD-4D16-9AD9-4E67E6B9E1C9}" type="presParOf" srcId="{A635AB5E-E88D-4DC5-B3F4-0B4C202E8D25}" destId="{90A3585E-FC67-48FA-B3E4-14E9115B9A96}" srcOrd="1" destOrd="0" presId="urn:microsoft.com/office/officeart/2005/8/layout/list1"/>
    <dgm:cxn modelId="{0687DAF0-EF57-4545-8259-6B061EF6AAF8}" type="presParOf" srcId="{6632543D-2691-447E-9CED-EAE7DC6C4DA0}" destId="{1E0101AC-CDA5-4B1C-A15B-B3692BC029A2}" srcOrd="5" destOrd="0" presId="urn:microsoft.com/office/officeart/2005/8/layout/list1"/>
    <dgm:cxn modelId="{31B92604-59BD-458C-B1D5-FD4535125C1C}" type="presParOf" srcId="{6632543D-2691-447E-9CED-EAE7DC6C4DA0}" destId="{83454AA6-BEEC-435F-8630-3CF8FC23E4ED}" srcOrd="6" destOrd="0" presId="urn:microsoft.com/office/officeart/2005/8/layout/list1"/>
    <dgm:cxn modelId="{2F02CFD4-81F8-4F0D-B2E8-AF579B932AFF}" type="presParOf" srcId="{6632543D-2691-447E-9CED-EAE7DC6C4DA0}" destId="{17CD9D3E-73FC-4FAF-BD5D-0657BD6110BE}" srcOrd="7" destOrd="0" presId="urn:microsoft.com/office/officeart/2005/8/layout/list1"/>
    <dgm:cxn modelId="{C238979D-14DA-4E53-A4EF-9F7D16689F74}" type="presParOf" srcId="{6632543D-2691-447E-9CED-EAE7DC6C4DA0}" destId="{F779F996-1CE0-4BB1-A281-2A5070BC11B7}" srcOrd="8" destOrd="0" presId="urn:microsoft.com/office/officeart/2005/8/layout/list1"/>
    <dgm:cxn modelId="{D125ECBE-1DC3-48F7-881C-20FF0D3A3A1B}" type="presParOf" srcId="{F779F996-1CE0-4BB1-A281-2A5070BC11B7}" destId="{7B7EDC3D-A47D-4B08-AA9F-8B418448330C}" srcOrd="0" destOrd="0" presId="urn:microsoft.com/office/officeart/2005/8/layout/list1"/>
    <dgm:cxn modelId="{4C262ECD-F3D9-4183-8285-4AAE0BF6CF3D}" type="presParOf" srcId="{F779F996-1CE0-4BB1-A281-2A5070BC11B7}" destId="{76B5E9E2-5F74-4766-AA49-A41A07D8D1D1}" srcOrd="1" destOrd="0" presId="urn:microsoft.com/office/officeart/2005/8/layout/list1"/>
    <dgm:cxn modelId="{433A8E8D-DC73-4242-A81E-154DCB0D5A8C}" type="presParOf" srcId="{6632543D-2691-447E-9CED-EAE7DC6C4DA0}" destId="{994270F0-73CA-4D65-A710-62BFC4834DC9}" srcOrd="9" destOrd="0" presId="urn:microsoft.com/office/officeart/2005/8/layout/list1"/>
    <dgm:cxn modelId="{4EE39540-411F-4AEF-8A79-027344AF99D1}" type="presParOf" srcId="{6632543D-2691-447E-9CED-EAE7DC6C4DA0}" destId="{06DCCCAF-6FF5-4EE8-9B7C-15E559E47442}" srcOrd="10" destOrd="0" presId="urn:microsoft.com/office/officeart/2005/8/layout/list1"/>
    <dgm:cxn modelId="{ADE53F03-F2B3-44F9-897A-CEE364FE4913}" type="presParOf" srcId="{6632543D-2691-447E-9CED-EAE7DC6C4DA0}" destId="{8C9B81E0-1199-42DB-BC4C-CAB25C75D888}" srcOrd="11" destOrd="0" presId="urn:microsoft.com/office/officeart/2005/8/layout/list1"/>
    <dgm:cxn modelId="{842BE7BE-BC69-4D4F-9C52-A6775F96B7A1}" type="presParOf" srcId="{6632543D-2691-447E-9CED-EAE7DC6C4DA0}" destId="{9EBC2C6A-AE9B-407D-81E6-3A8F94C262FA}" srcOrd="12" destOrd="0" presId="urn:microsoft.com/office/officeart/2005/8/layout/list1"/>
    <dgm:cxn modelId="{B02894DB-90B6-4C7B-BD97-3C368D6F9DB4}" type="presParOf" srcId="{9EBC2C6A-AE9B-407D-81E6-3A8F94C262FA}" destId="{C1DD9CFE-F11D-423C-94BB-00D41C31FFEA}" srcOrd="0" destOrd="0" presId="urn:microsoft.com/office/officeart/2005/8/layout/list1"/>
    <dgm:cxn modelId="{42E5AA98-AE3D-485A-B871-06A1C0A55D04}" type="presParOf" srcId="{9EBC2C6A-AE9B-407D-81E6-3A8F94C262FA}" destId="{0B4883BA-0A00-41F2-8910-2254672798F6}" srcOrd="1" destOrd="0" presId="urn:microsoft.com/office/officeart/2005/8/layout/list1"/>
    <dgm:cxn modelId="{E69D0C5B-23D7-4350-B83D-825D53877644}" type="presParOf" srcId="{6632543D-2691-447E-9CED-EAE7DC6C4DA0}" destId="{A571A151-3A8B-4703-99F4-F943907E5DAD}" srcOrd="13" destOrd="0" presId="urn:microsoft.com/office/officeart/2005/8/layout/list1"/>
    <dgm:cxn modelId="{40CDFC1A-8F39-4D14-B79A-07E136E51DAF}" type="presParOf" srcId="{6632543D-2691-447E-9CED-EAE7DC6C4DA0}" destId="{A3C7445C-9BB3-472C-BB87-FB18B5B71450}" srcOrd="14" destOrd="0" presId="urn:microsoft.com/office/officeart/2005/8/layout/list1"/>
    <dgm:cxn modelId="{FF369D91-6C53-4B20-B6D3-CD86932C9D8A}" type="presParOf" srcId="{6632543D-2691-447E-9CED-EAE7DC6C4DA0}" destId="{B17EB832-B690-4E4E-BDAD-52866CE64EAB}" srcOrd="15" destOrd="0" presId="urn:microsoft.com/office/officeart/2005/8/layout/list1"/>
    <dgm:cxn modelId="{3FD3B448-4B2E-4199-931D-0877E70A1E73}" type="presParOf" srcId="{6632543D-2691-447E-9CED-EAE7DC6C4DA0}" destId="{E5019AC9-7B3B-4598-BA5C-C2DF9F5C65E5}" srcOrd="16" destOrd="0" presId="urn:microsoft.com/office/officeart/2005/8/layout/list1"/>
    <dgm:cxn modelId="{0A0EA87E-CB9E-43F1-97C8-22E15E57B483}" type="presParOf" srcId="{E5019AC9-7B3B-4598-BA5C-C2DF9F5C65E5}" destId="{6E6F6FC1-04E7-4CBF-9D6E-556D193C6465}" srcOrd="0" destOrd="0" presId="urn:microsoft.com/office/officeart/2005/8/layout/list1"/>
    <dgm:cxn modelId="{D3C473E9-1AB9-4079-A7EC-D4DE940D3F91}" type="presParOf" srcId="{E5019AC9-7B3B-4598-BA5C-C2DF9F5C65E5}" destId="{6F5D210B-F81D-4B0E-B95C-BFDECFFDF0DE}" srcOrd="1" destOrd="0" presId="urn:microsoft.com/office/officeart/2005/8/layout/list1"/>
    <dgm:cxn modelId="{B3CF141E-81BD-431C-AE1D-6C5B9050A891}" type="presParOf" srcId="{6632543D-2691-447E-9CED-EAE7DC6C4DA0}" destId="{E9728539-60D6-4580-86FC-B521C34A9AA4}" srcOrd="17" destOrd="0" presId="urn:microsoft.com/office/officeart/2005/8/layout/list1"/>
    <dgm:cxn modelId="{2D09497F-3ECD-4F3D-89B5-C141D98C7FAA}" type="presParOf" srcId="{6632543D-2691-447E-9CED-EAE7DC6C4DA0}" destId="{E04E2330-4725-469A-B15C-41DB2BDE6352}" srcOrd="18" destOrd="0" presId="urn:microsoft.com/office/officeart/2005/8/layout/list1"/>
    <dgm:cxn modelId="{EFB90446-3566-4E87-B044-405EBDE5A49F}" type="presParOf" srcId="{6632543D-2691-447E-9CED-EAE7DC6C4DA0}" destId="{9A303D25-F422-4D22-9F35-59F997A0CE27}" srcOrd="19" destOrd="0" presId="urn:microsoft.com/office/officeart/2005/8/layout/list1"/>
    <dgm:cxn modelId="{CFF5A1FF-1A02-40AF-9EC5-51D78042E85D}" type="presParOf" srcId="{6632543D-2691-447E-9CED-EAE7DC6C4DA0}" destId="{9ED21CCB-FE6A-4309-AB63-8C3D978FEAFD}" srcOrd="20" destOrd="0" presId="urn:microsoft.com/office/officeart/2005/8/layout/list1"/>
    <dgm:cxn modelId="{0BC6A517-C320-45AC-8105-8222855B4B1F}" type="presParOf" srcId="{9ED21CCB-FE6A-4309-AB63-8C3D978FEAFD}" destId="{5590B498-891F-44F8-B0CC-F8F5111220A7}" srcOrd="0" destOrd="0" presId="urn:microsoft.com/office/officeart/2005/8/layout/list1"/>
    <dgm:cxn modelId="{E9637924-8A58-4C81-B217-791D0B6DA2D6}" type="presParOf" srcId="{9ED21CCB-FE6A-4309-AB63-8C3D978FEAFD}" destId="{03E4F57D-CB95-45A9-9288-1984B6EA32E3}" srcOrd="1" destOrd="0" presId="urn:microsoft.com/office/officeart/2005/8/layout/list1"/>
    <dgm:cxn modelId="{EA6A35A1-B4D8-45E8-B567-6B3C0EFA55FA}" type="presParOf" srcId="{6632543D-2691-447E-9CED-EAE7DC6C4DA0}" destId="{482446BD-2C9D-4537-AAB8-4423DB0464CC}" srcOrd="21" destOrd="0" presId="urn:microsoft.com/office/officeart/2005/8/layout/list1"/>
    <dgm:cxn modelId="{7FD00ED1-CDBA-4FB3-A8F2-42E5E24DCDD5}" type="presParOf" srcId="{6632543D-2691-447E-9CED-EAE7DC6C4DA0}" destId="{93FA0300-2CC7-4EFD-BC6E-CB34137F9FA0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FF9A13-B199-4127-B451-91A300BD6D3B}">
      <dsp:nvSpPr>
        <dsp:cNvPr id="0" name=""/>
        <dsp:cNvSpPr/>
      </dsp:nvSpPr>
      <dsp:spPr>
        <a:xfrm>
          <a:off x="3263" y="1365669"/>
          <a:ext cx="2274614" cy="81000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Raw Data</a:t>
          </a:r>
        </a:p>
      </dsp:txBody>
      <dsp:txXfrm>
        <a:off x="408263" y="1365669"/>
        <a:ext cx="1464614" cy="810000"/>
      </dsp:txXfrm>
    </dsp:sp>
    <dsp:sp modelId="{CF8FC2BD-C62F-430C-A65A-2C7C18ADA542}">
      <dsp:nvSpPr>
        <dsp:cNvPr id="0" name=""/>
        <dsp:cNvSpPr/>
      </dsp:nvSpPr>
      <dsp:spPr>
        <a:xfrm>
          <a:off x="3263" y="2276919"/>
          <a:ext cx="1819691" cy="70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German Labels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Missing Values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Noisy entries</a:t>
          </a:r>
        </a:p>
      </dsp:txBody>
      <dsp:txXfrm>
        <a:off x="3263" y="2276919"/>
        <a:ext cx="1819691" cy="708750"/>
      </dsp:txXfrm>
    </dsp:sp>
    <dsp:sp modelId="{12EB0B2B-FD3E-4B8F-8227-5198346F9679}">
      <dsp:nvSpPr>
        <dsp:cNvPr id="0" name=""/>
        <dsp:cNvSpPr/>
      </dsp:nvSpPr>
      <dsp:spPr>
        <a:xfrm>
          <a:off x="2061878" y="1365669"/>
          <a:ext cx="2274614" cy="81000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Filtering</a:t>
          </a:r>
        </a:p>
      </dsp:txBody>
      <dsp:txXfrm>
        <a:off x="2466878" y="1365669"/>
        <a:ext cx="1464614" cy="810000"/>
      </dsp:txXfrm>
    </dsp:sp>
    <dsp:sp modelId="{A64117F9-67DB-46D7-9575-D73718168BE8}">
      <dsp:nvSpPr>
        <dsp:cNvPr id="0" name=""/>
        <dsp:cNvSpPr/>
      </dsp:nvSpPr>
      <dsp:spPr>
        <a:xfrm>
          <a:off x="2061878" y="2276919"/>
          <a:ext cx="1819691" cy="70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Remove invalids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Drop columns</a:t>
          </a:r>
        </a:p>
      </dsp:txBody>
      <dsp:txXfrm>
        <a:off x="2061878" y="2276919"/>
        <a:ext cx="1819691" cy="708750"/>
      </dsp:txXfrm>
    </dsp:sp>
    <dsp:sp modelId="{191EA71F-DF1F-4F97-9D78-DF0F972F693C}">
      <dsp:nvSpPr>
        <dsp:cNvPr id="0" name=""/>
        <dsp:cNvSpPr/>
      </dsp:nvSpPr>
      <dsp:spPr>
        <a:xfrm>
          <a:off x="4120492" y="1365669"/>
          <a:ext cx="2274614" cy="8100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Standardization</a:t>
          </a:r>
        </a:p>
      </dsp:txBody>
      <dsp:txXfrm>
        <a:off x="4525492" y="1365669"/>
        <a:ext cx="1464614" cy="810000"/>
      </dsp:txXfrm>
    </dsp:sp>
    <dsp:sp modelId="{A3AD98E8-578D-483D-91C2-976C58C1C2E9}">
      <dsp:nvSpPr>
        <dsp:cNvPr id="0" name=""/>
        <dsp:cNvSpPr/>
      </dsp:nvSpPr>
      <dsp:spPr>
        <a:xfrm>
          <a:off x="4120492" y="2276919"/>
          <a:ext cx="1819691" cy="70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Clean labels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Fix Formats</a:t>
          </a:r>
        </a:p>
      </dsp:txBody>
      <dsp:txXfrm>
        <a:off x="4120492" y="2276919"/>
        <a:ext cx="1819691" cy="708750"/>
      </dsp:txXfrm>
    </dsp:sp>
    <dsp:sp modelId="{4595CB97-C00E-4B77-AC88-D42A8DA51F15}">
      <dsp:nvSpPr>
        <dsp:cNvPr id="0" name=""/>
        <dsp:cNvSpPr/>
      </dsp:nvSpPr>
      <dsp:spPr>
        <a:xfrm>
          <a:off x="6179107" y="1365669"/>
          <a:ext cx="2274614" cy="81000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Feature Engineering</a:t>
          </a:r>
        </a:p>
      </dsp:txBody>
      <dsp:txXfrm>
        <a:off x="6584107" y="1365669"/>
        <a:ext cx="1464614" cy="810000"/>
      </dsp:txXfrm>
    </dsp:sp>
    <dsp:sp modelId="{86B7981A-90BE-48F5-84F8-66E3271545B3}">
      <dsp:nvSpPr>
        <dsp:cNvPr id="0" name=""/>
        <dsp:cNvSpPr/>
      </dsp:nvSpPr>
      <dsp:spPr>
        <a:xfrm>
          <a:off x="6179107" y="2276919"/>
          <a:ext cx="1819691" cy="70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Create “model_age”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Simplify types</a:t>
          </a:r>
        </a:p>
      </dsp:txBody>
      <dsp:txXfrm>
        <a:off x="6179107" y="2276919"/>
        <a:ext cx="1819691" cy="708750"/>
      </dsp:txXfrm>
    </dsp:sp>
    <dsp:sp modelId="{D13DA9C9-3D01-489A-8EB7-26777DBABE56}">
      <dsp:nvSpPr>
        <dsp:cNvPr id="0" name=""/>
        <dsp:cNvSpPr/>
      </dsp:nvSpPr>
      <dsp:spPr>
        <a:xfrm>
          <a:off x="8237721" y="1365669"/>
          <a:ext cx="2274614" cy="810000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Final Data</a:t>
          </a:r>
        </a:p>
      </dsp:txBody>
      <dsp:txXfrm>
        <a:off x="8642721" y="1365669"/>
        <a:ext cx="1464614" cy="810000"/>
      </dsp:txXfrm>
    </dsp:sp>
    <dsp:sp modelId="{B2244FFA-7471-40C2-B5EC-1094F9F102C8}">
      <dsp:nvSpPr>
        <dsp:cNvPr id="0" name=""/>
        <dsp:cNvSpPr/>
      </dsp:nvSpPr>
      <dsp:spPr>
        <a:xfrm>
          <a:off x="8237721" y="2276919"/>
          <a:ext cx="1819691" cy="708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Clean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Structured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Ready</a:t>
          </a:r>
        </a:p>
      </dsp:txBody>
      <dsp:txXfrm>
        <a:off x="8237721" y="2276919"/>
        <a:ext cx="1819691" cy="708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8D141A-006B-4EE6-8ADD-4159C5812AD7}">
      <dsp:nvSpPr>
        <dsp:cNvPr id="0" name=""/>
        <dsp:cNvSpPr/>
      </dsp:nvSpPr>
      <dsp:spPr>
        <a:xfrm>
          <a:off x="1051472" y="348107"/>
          <a:ext cx="3655123" cy="365512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Approach: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Used a </a:t>
          </a:r>
          <a:r>
            <a:rPr lang="en-US" sz="1500" b="1" kern="1200" dirty="0"/>
            <a:t>stepwise model </a:t>
          </a:r>
          <a:r>
            <a:rPr lang="en-US" sz="1500" kern="1200" dirty="0"/>
            <a:t>building approach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Started with key continuous variables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Gradually added categorical predictors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/>
            <a:t>Compared models using R² and statistical significance</a:t>
          </a:r>
        </a:p>
      </dsp:txBody>
      <dsp:txXfrm>
        <a:off x="1660659" y="957294"/>
        <a:ext cx="2436749" cy="2436749"/>
      </dsp:txXfrm>
    </dsp:sp>
    <dsp:sp modelId="{C3574801-DAE3-48EF-9549-F29C03709237}">
      <dsp:nvSpPr>
        <dsp:cNvPr id="0" name=""/>
        <dsp:cNvSpPr/>
      </dsp:nvSpPr>
      <dsp:spPr>
        <a:xfrm>
          <a:off x="843202" y="121748"/>
          <a:ext cx="4107663" cy="4107663"/>
        </a:xfrm>
        <a:prstGeom prst="circularArrow">
          <a:avLst>
            <a:gd name="adj1" fmla="val 5085"/>
            <a:gd name="adj2" fmla="val 327528"/>
            <a:gd name="adj3" fmla="val 15838612"/>
            <a:gd name="adj4" fmla="val 1623386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2062BF-CDC3-4A25-9A78-A22114C8DEDF}">
      <dsp:nvSpPr>
        <dsp:cNvPr id="0" name=""/>
        <dsp:cNvSpPr/>
      </dsp:nvSpPr>
      <dsp:spPr>
        <a:xfrm>
          <a:off x="0" y="179330"/>
          <a:ext cx="6225074" cy="464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135" tIns="208280" rIns="48313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Each additional year ~ 4.4% decrease in price</a:t>
          </a:r>
        </a:p>
      </dsp:txBody>
      <dsp:txXfrm>
        <a:off x="0" y="179330"/>
        <a:ext cx="6225074" cy="464625"/>
      </dsp:txXfrm>
    </dsp:sp>
    <dsp:sp modelId="{BDF01F70-A1ED-453F-A673-C1D3B0D417EA}">
      <dsp:nvSpPr>
        <dsp:cNvPr id="0" name=""/>
        <dsp:cNvSpPr/>
      </dsp:nvSpPr>
      <dsp:spPr>
        <a:xfrm>
          <a:off x="311253" y="31730"/>
          <a:ext cx="4357551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705" tIns="0" rIns="1647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Model Age (-0.0455)</a:t>
          </a:r>
        </a:p>
      </dsp:txBody>
      <dsp:txXfrm>
        <a:off x="325663" y="46140"/>
        <a:ext cx="4328731" cy="266380"/>
      </dsp:txXfrm>
    </dsp:sp>
    <dsp:sp modelId="{83454AA6-BEEC-435F-8630-3CF8FC23E4ED}">
      <dsp:nvSpPr>
        <dsp:cNvPr id="0" name=""/>
        <dsp:cNvSpPr/>
      </dsp:nvSpPr>
      <dsp:spPr>
        <a:xfrm>
          <a:off x="0" y="845555"/>
          <a:ext cx="6225074" cy="464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135" tIns="208280" rIns="48313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For every +10,000km ~ 9.6% decrease in price</a:t>
          </a:r>
        </a:p>
      </dsp:txBody>
      <dsp:txXfrm>
        <a:off x="0" y="845555"/>
        <a:ext cx="6225074" cy="464625"/>
      </dsp:txXfrm>
    </dsp:sp>
    <dsp:sp modelId="{90A3585E-FC67-48FA-B3E4-14E9115B9A96}">
      <dsp:nvSpPr>
        <dsp:cNvPr id="0" name=""/>
        <dsp:cNvSpPr/>
      </dsp:nvSpPr>
      <dsp:spPr>
        <a:xfrm>
          <a:off x="311253" y="697955"/>
          <a:ext cx="4357551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705" tIns="0" rIns="1647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Milage (-9.61e-06 per km)</a:t>
          </a:r>
        </a:p>
      </dsp:txBody>
      <dsp:txXfrm>
        <a:off x="325663" y="712365"/>
        <a:ext cx="4328731" cy="266380"/>
      </dsp:txXfrm>
    </dsp:sp>
    <dsp:sp modelId="{06DCCCAF-6FF5-4EE8-9B7C-15E559E47442}">
      <dsp:nvSpPr>
        <dsp:cNvPr id="0" name=""/>
        <dsp:cNvSpPr/>
      </dsp:nvSpPr>
      <dsp:spPr>
        <a:xfrm>
          <a:off x="0" y="1511780"/>
          <a:ext cx="6225074" cy="464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135" tIns="208280" rIns="48313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For every +10 PS ~ 8.5% increase in price</a:t>
          </a:r>
        </a:p>
      </dsp:txBody>
      <dsp:txXfrm>
        <a:off x="0" y="1511780"/>
        <a:ext cx="6225074" cy="464625"/>
      </dsp:txXfrm>
    </dsp:sp>
    <dsp:sp modelId="{76B5E9E2-5F74-4766-AA49-A41A07D8D1D1}">
      <dsp:nvSpPr>
        <dsp:cNvPr id="0" name=""/>
        <dsp:cNvSpPr/>
      </dsp:nvSpPr>
      <dsp:spPr>
        <a:xfrm>
          <a:off x="311253" y="1364180"/>
          <a:ext cx="4357551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705" tIns="0" rIns="1647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Power / PS (+0.00849)</a:t>
          </a:r>
        </a:p>
      </dsp:txBody>
      <dsp:txXfrm>
        <a:off x="325663" y="1378590"/>
        <a:ext cx="4328731" cy="266380"/>
      </dsp:txXfrm>
    </dsp:sp>
    <dsp:sp modelId="{A3C7445C-9BB3-472C-BB87-FB18B5B71450}">
      <dsp:nvSpPr>
        <dsp:cNvPr id="0" name=""/>
        <dsp:cNvSpPr/>
      </dsp:nvSpPr>
      <dsp:spPr>
        <a:xfrm>
          <a:off x="0" y="2178005"/>
          <a:ext cx="6225074" cy="464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135" tIns="208280" rIns="48313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Vehicles with damage ~ 53% lower price then those without damage</a:t>
          </a:r>
        </a:p>
      </dsp:txBody>
      <dsp:txXfrm>
        <a:off x="0" y="2178005"/>
        <a:ext cx="6225074" cy="464625"/>
      </dsp:txXfrm>
    </dsp:sp>
    <dsp:sp modelId="{0B4883BA-0A00-41F2-8910-2254672798F6}">
      <dsp:nvSpPr>
        <dsp:cNvPr id="0" name=""/>
        <dsp:cNvSpPr/>
      </dsp:nvSpPr>
      <dsp:spPr>
        <a:xfrm>
          <a:off x="311253" y="2030405"/>
          <a:ext cx="4357551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705" tIns="0" rIns="1647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Unrepaired Damage (-0.7509)</a:t>
          </a:r>
        </a:p>
      </dsp:txBody>
      <dsp:txXfrm>
        <a:off x="325663" y="2044815"/>
        <a:ext cx="4328731" cy="266380"/>
      </dsp:txXfrm>
    </dsp:sp>
    <dsp:sp modelId="{E04E2330-4725-469A-B15C-41DB2BDE6352}">
      <dsp:nvSpPr>
        <dsp:cNvPr id="0" name=""/>
        <dsp:cNvSpPr/>
      </dsp:nvSpPr>
      <dsp:spPr>
        <a:xfrm>
          <a:off x="0" y="2844231"/>
          <a:ext cx="6225074" cy="464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135" tIns="208280" rIns="48313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/>
            <a:t>Vehicles with a manual gearbox ~ 3.6 % lower than automatic</a:t>
          </a:r>
          <a:endParaRPr lang="en-US" sz="1200" kern="1200" dirty="0"/>
        </a:p>
      </dsp:txBody>
      <dsp:txXfrm>
        <a:off x="0" y="2844231"/>
        <a:ext cx="6225074" cy="464625"/>
      </dsp:txXfrm>
    </dsp:sp>
    <dsp:sp modelId="{6F5D210B-F81D-4B0E-B95C-BFDECFFDF0DE}">
      <dsp:nvSpPr>
        <dsp:cNvPr id="0" name=""/>
        <dsp:cNvSpPr/>
      </dsp:nvSpPr>
      <dsp:spPr>
        <a:xfrm>
          <a:off x="311253" y="2696630"/>
          <a:ext cx="4357551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705" tIns="0" rIns="1647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Gearbox (Manual vs Automatic: -0.0362)</a:t>
          </a:r>
          <a:endParaRPr lang="en-US" sz="1200" kern="1200" dirty="0"/>
        </a:p>
      </dsp:txBody>
      <dsp:txXfrm>
        <a:off x="325663" y="2711040"/>
        <a:ext cx="4328731" cy="266380"/>
      </dsp:txXfrm>
    </dsp:sp>
    <dsp:sp modelId="{93FA0300-2CC7-4EFD-BC6E-CB34137F9FA0}">
      <dsp:nvSpPr>
        <dsp:cNvPr id="0" name=""/>
        <dsp:cNvSpPr/>
      </dsp:nvSpPr>
      <dsp:spPr>
        <a:xfrm>
          <a:off x="0" y="3510456"/>
          <a:ext cx="6225074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3135" tIns="208280" rIns="48313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/>
            <a:t>Diesel (+0.159) ~ 17% higher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/>
            <a:t>Gasoline (-0.0307) ~ 3% lower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/>
            <a:t>Hybrid (+0.145) ~ 16% higher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/>
            <a:t>LPG (-0.0295) ~ 3% lower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/>
            <a:t>Electric ~ not statistically significant</a:t>
          </a:r>
          <a:endParaRPr lang="en-US" sz="1200" kern="1200" dirty="0"/>
        </a:p>
      </dsp:txBody>
      <dsp:txXfrm>
        <a:off x="0" y="3510456"/>
        <a:ext cx="6225074" cy="1260000"/>
      </dsp:txXfrm>
    </dsp:sp>
    <dsp:sp modelId="{03E4F57D-CB95-45A9-9288-1984B6EA32E3}">
      <dsp:nvSpPr>
        <dsp:cNvPr id="0" name=""/>
        <dsp:cNvSpPr/>
      </dsp:nvSpPr>
      <dsp:spPr>
        <a:xfrm>
          <a:off x="311253" y="3362856"/>
          <a:ext cx="4357551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705" tIns="0" rIns="16470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Fuel Types:</a:t>
          </a:r>
          <a:endParaRPr lang="en-US" sz="1200" kern="1200" dirty="0"/>
        </a:p>
      </dsp:txBody>
      <dsp:txXfrm>
        <a:off x="325663" y="3377266"/>
        <a:ext cx="4328731" cy="266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97DF3-984B-4E2E-A591-F1456B75886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94168-FEB8-46A1-8282-77BD2E50C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99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Hello, I’m Aiden, and today I’ll be presenting my multiple linear regression analysis on used car prices.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goal is to understand which factors influence price and how strongly they affect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31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car prices can vary significantly depending on a number of factors such as age, mileage, and condition.</a:t>
            </a:r>
          </a:p>
          <a:p>
            <a:endParaRPr lang="en-US" dirty="0"/>
          </a:p>
          <a:p>
            <a:r>
              <a:rPr lang="en-US" dirty="0"/>
              <a:t>Because multiple variables influence price at the same time (i.e. brand, vehicle age, condition, etc.), we need a statistical approach that can analyze these relationships simultaneously.</a:t>
            </a:r>
          </a:p>
          <a:p>
            <a:endParaRPr lang="en-US" dirty="0"/>
          </a:p>
          <a:p>
            <a:r>
              <a:rPr lang="en-US" dirty="0"/>
              <a:t>So the main research question becomes: which factors have a significant impact on price?</a:t>
            </a:r>
          </a:p>
          <a:p>
            <a:endParaRPr lang="en-US" dirty="0"/>
          </a:p>
          <a:p>
            <a:r>
              <a:rPr lang="en-US" dirty="0"/>
              <a:t>To answer this, we use real-world data collected via the used car market and apply multiple linear regression to model and evaluate these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94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I chose Multiple Linear Regression because we’re trying to model price using several variables at the same time.</a:t>
            </a:r>
          </a:p>
          <a:p>
            <a:endParaRPr lang="en-US" sz="1400" dirty="0"/>
          </a:p>
          <a:p>
            <a:r>
              <a:rPr lang="en-US" sz="1400" dirty="0"/>
              <a:t>While ANOVA is useful for comparing group means, it doesn’t allow us to build a predictive model or measure the impact of multiple variables simultaneously.</a:t>
            </a:r>
          </a:p>
          <a:p>
            <a:endParaRPr lang="en-US" sz="1400" dirty="0"/>
          </a:p>
          <a:p>
            <a:r>
              <a:rPr lang="en-US" sz="1400" dirty="0"/>
              <a:t>ANOVA would require simplifying the problem too much, we’d lose important relationships between variables.</a:t>
            </a:r>
          </a:p>
          <a:p>
            <a:endParaRPr lang="en-US" sz="1400" dirty="0"/>
          </a:p>
          <a:p>
            <a:r>
              <a:rPr lang="en-US" sz="1400" dirty="0"/>
              <a:t>Since our dataset includes both continuous and categorical variables, MLR is the most appropriate method for this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02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 used comes from </a:t>
            </a:r>
            <a:r>
              <a:rPr lang="en-US" dirty="0" err="1"/>
              <a:t>Data.World</a:t>
            </a:r>
            <a:r>
              <a:rPr lang="en-US" dirty="0"/>
              <a:t>, where a team called Data Society collected used car listings by web scraping eBay </a:t>
            </a:r>
            <a:r>
              <a:rPr lang="en-US" dirty="0" err="1"/>
              <a:t>Kleinanzeigen</a:t>
            </a:r>
            <a:r>
              <a:rPr lang="en-US" dirty="0"/>
              <a:t> between March and April of 2016.</a:t>
            </a:r>
          </a:p>
          <a:p>
            <a:endParaRPr lang="en-US" dirty="0"/>
          </a:p>
          <a:p>
            <a:r>
              <a:rPr lang="en-US" dirty="0"/>
              <a:t>After cleaning, the dataset contains about 246,000 observations.</a:t>
            </a:r>
          </a:p>
          <a:p>
            <a:endParaRPr lang="en-US" dirty="0"/>
          </a:p>
          <a:p>
            <a:r>
              <a:rPr lang="en-US" dirty="0"/>
              <a:t>Our response variable is price in euros, which we treat as a continuous variable.</a:t>
            </a:r>
          </a:p>
          <a:p>
            <a:endParaRPr lang="en-US" dirty="0"/>
          </a:p>
          <a:p>
            <a:r>
              <a:rPr lang="en-US" dirty="0"/>
              <a:t>The predictors include quantitative variables such as model age, mileage, and power, along with categorical variables like gearbox type and whether the car has unrepaired damage.</a:t>
            </a:r>
          </a:p>
          <a:p>
            <a:endParaRPr lang="en-US" dirty="0"/>
          </a:p>
          <a:p>
            <a:r>
              <a:rPr lang="en-US" dirty="0"/>
              <a:t>I also explored additional variables like fuel type, vehicle type, and brand to see whether they improved the model.</a:t>
            </a:r>
          </a:p>
          <a:p>
            <a:endParaRPr lang="en-US" dirty="0"/>
          </a:p>
          <a:p>
            <a:r>
              <a:rPr lang="en-US" u="sng" dirty="0"/>
              <a:t>Original Variables: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the price on the ad to sell the car (in euros)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vehicleType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if the vehicle is an SUV, sedan,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(later grouped better)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Model_year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at which year the car was first registered (later used to create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model_age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Gearbox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what type of transmission does the vehicle have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power of the car in PS (German version of horsepower but not equivalent)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kilometer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how many kilometers the car has driven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fuelType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type of fuel vehicle takes (i.e. gasoline, diesel,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lpg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etc.)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brand of the vehicle (i.e. ford,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etc.)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notRepairedDamage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if the car has a damage which is not repaired yet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69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raw dataset had several real-world issues, including irrelevant variables, inconsistent formatting due to German labels, and unrealistic values.</a:t>
            </a:r>
          </a:p>
          <a:p>
            <a:endParaRPr lang="en-US" dirty="0"/>
          </a:p>
          <a:p>
            <a:r>
              <a:rPr lang="en-US" dirty="0"/>
              <a:t>To address this, I cleaned the data by removing unnecessary variables, filtering/removing invalid values, standardizing fields, and creating new features like </a:t>
            </a:r>
            <a:r>
              <a:rPr lang="en-US" dirty="0" err="1"/>
              <a:t>model_age</a:t>
            </a:r>
            <a:r>
              <a:rPr lang="en-US" dirty="0"/>
              <a:t> using 2016 - </a:t>
            </a:r>
            <a:r>
              <a:rPr lang="en-US" dirty="0" err="1"/>
              <a:t>model_year</a:t>
            </a:r>
            <a:r>
              <a:rPr lang="en-US" dirty="0"/>
              <a:t>. I also simplified categorical variables so they could be used in regression.</a:t>
            </a:r>
          </a:p>
          <a:p>
            <a:endParaRPr lang="en-US" dirty="0"/>
          </a:p>
          <a:p>
            <a:r>
              <a:rPr lang="en-US" dirty="0"/>
              <a:t>This ensured the dataset was reliable and ready for modeling.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16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you can see here this was my ideology behind my data cleaning!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82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This is meant to fix skewed data…</a:t>
            </a:r>
          </a:p>
          <a:p>
            <a:endParaRPr lang="en-US" dirty="0"/>
          </a:p>
          <a:p>
            <a:r>
              <a:rPr lang="en-US" dirty="0"/>
              <a:t>The original price distribution was heavily right-skewed, meaning most cars were low-priced with a few very expensive outliers.</a:t>
            </a:r>
          </a:p>
          <a:p>
            <a:endParaRPr lang="en-US" dirty="0"/>
          </a:p>
          <a:p>
            <a:r>
              <a:rPr lang="en-US" dirty="0"/>
              <a:t>When I apply a log transformation, it compresses those extreme values and gives me a much more symmetric and balanced distribution. This improves: model stability, interpretation and regression assumptions.</a:t>
            </a:r>
          </a:p>
          <a:p>
            <a:endParaRPr lang="en-US" dirty="0"/>
          </a:p>
          <a:p>
            <a:r>
              <a:rPr lang="en-US" dirty="0"/>
              <a:t>That makes the data more appropriate for my multilinear regression.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5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Understanding the relationships visually…</a:t>
            </a:r>
          </a:p>
          <a:p>
            <a:endParaRPr lang="en-US" dirty="0"/>
          </a:p>
          <a:p>
            <a:r>
              <a:rPr lang="en-US" dirty="0"/>
              <a:t>We observe a </a:t>
            </a:r>
            <a:r>
              <a:rPr lang="en-US" b="1" dirty="0"/>
              <a:t>negative</a:t>
            </a:r>
            <a:r>
              <a:rPr lang="en-US" dirty="0"/>
              <a:t> relationship between mileage and price.</a:t>
            </a:r>
          </a:p>
          <a:p>
            <a:endParaRPr lang="en-US" dirty="0"/>
          </a:p>
          <a:p>
            <a:r>
              <a:rPr lang="en-US" dirty="0"/>
              <a:t>Model age shows a non-linear pattern newer cars are expensive, prices drop, then stabilize.</a:t>
            </a:r>
          </a:p>
          <a:p>
            <a:endParaRPr lang="en-US" dirty="0"/>
          </a:p>
          <a:p>
            <a:r>
              <a:rPr lang="en-US" b="1" dirty="0"/>
              <a:t>If asked about the curve I can say: </a:t>
            </a:r>
            <a:r>
              <a:rPr lang="en-US" dirty="0"/>
              <a:t>This likely reflects depreciation patterns and potential collector effects in older vehicles.</a:t>
            </a:r>
          </a:p>
          <a:p>
            <a:endParaRPr lang="en-US" dirty="0"/>
          </a:p>
          <a:p>
            <a:r>
              <a:rPr lang="en-US" dirty="0"/>
              <a:t>Power has a clear positive relationship with price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Overall, these relationships are clear but not perfectly linear, which justifies using regression.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81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5B49C-CCD0-F769-CC29-324DD5E1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6C122-020E-637F-13E9-AE5BF4FC0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3C423-8377-3069-E925-4821092DE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Here we are looking at categorical variables using boxplots:</a:t>
            </a:r>
          </a:p>
          <a:p>
            <a:endParaRPr lang="en-US" dirty="0"/>
          </a:p>
          <a:p>
            <a:r>
              <a:rPr lang="en-US" dirty="0"/>
              <a:t>Vehicles with unrepaired damage are clearly cheaper which theoretically makes sense given what we may know about buying a broken or damaged vehicle.</a:t>
            </a:r>
          </a:p>
          <a:p>
            <a:endParaRPr lang="en-US" dirty="0"/>
          </a:p>
          <a:p>
            <a:r>
              <a:rPr lang="en-US" dirty="0"/>
              <a:t>Transmission type also impacts price, with automatics generally being higher. This makes sense since our data comes from Europe where automatic is considered a luxury.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C50A8-8960-129E-E992-682A4E6D3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0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This is to check for multicollinearity…</a:t>
            </a:r>
          </a:p>
          <a:p>
            <a:endParaRPr lang="en-US" u="sng" dirty="0"/>
          </a:p>
          <a:p>
            <a:r>
              <a:rPr lang="en-US" b="1" dirty="0"/>
              <a:t>Highlight:</a:t>
            </a:r>
          </a:p>
          <a:p>
            <a:r>
              <a:rPr lang="en-US" dirty="0"/>
              <a:t>Price vs age -&gt; negative (as the car gets older, price goes down, besides the outlier we saw earlier)</a:t>
            </a:r>
          </a:p>
          <a:p>
            <a:r>
              <a:rPr lang="en-US" dirty="0"/>
              <a:t>Price vs km -&gt; negative (as the car gains mileage, the price will also go down)</a:t>
            </a:r>
          </a:p>
          <a:p>
            <a:r>
              <a:rPr lang="en-US" dirty="0"/>
              <a:t>Price vs power -&gt; positive (if a cars power is higher, the price typically increases)</a:t>
            </a:r>
          </a:p>
          <a:p>
            <a:endParaRPr lang="en-US" u="sng" dirty="0"/>
          </a:p>
          <a:p>
            <a:r>
              <a:rPr lang="en-US" u="none" dirty="0"/>
              <a:t>Negative = opposite directions</a:t>
            </a:r>
          </a:p>
          <a:p>
            <a:r>
              <a:rPr lang="en-US" u="none" dirty="0"/>
              <a:t>Positive = same direction</a:t>
            </a:r>
          </a:p>
          <a:p>
            <a:endParaRPr lang="en-US" dirty="0"/>
          </a:p>
          <a:p>
            <a:r>
              <a:rPr lang="en-US" dirty="0"/>
              <a:t>As we can see with the correlation table, there seems to be no multicollinearity observed between the baseline predictors, hence why they were chosen for our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10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a stepwise model building design, which is adding a new variable to every step and recording results which we will see our best results compared on the next slide! </a:t>
            </a:r>
          </a:p>
          <a:p>
            <a:endParaRPr lang="en-US" dirty="0"/>
          </a:p>
          <a:p>
            <a:r>
              <a:rPr lang="en-US" dirty="0"/>
              <a:t>We started with a baseline model using key continuous predictors, then incrementally added categorical variables to evaluate how each affected model performance.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Each model was compared using R² and statistical significance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23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This table compares all models using R² and adjusted R²</a:t>
            </a:r>
          </a:p>
          <a:p>
            <a:endParaRPr lang="en-US" dirty="0"/>
          </a:p>
          <a:p>
            <a:r>
              <a:rPr lang="en-US" dirty="0"/>
              <a:t>Model 4 performs the best and achieves the highest performance, but Model 3.5 is a strong simpler alternative.</a:t>
            </a:r>
          </a:p>
          <a:p>
            <a:br>
              <a:rPr lang="en-US" dirty="0"/>
            </a:br>
            <a:r>
              <a:rPr lang="en-US" dirty="0"/>
              <a:t>Adding more variables beyond Model 4 doesn’t improve much, it actually has diminishing returns since both of them introduced varying categorical variables that made it more complicated then needs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66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4 was selected because it balances performance and interpretability while capturing both continuous and categorical effects.</a:t>
            </a:r>
          </a:p>
          <a:p>
            <a:endParaRPr lang="en-US" dirty="0"/>
          </a:p>
          <a:p>
            <a:r>
              <a:rPr lang="en-US" dirty="0"/>
              <a:t>Most variables are statistically significant, meaning they meaningfully contribute to explaining price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3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I evaluated the model using residual plots</a:t>
            </a:r>
          </a:p>
          <a:p>
            <a:endParaRPr lang="en-US" dirty="0"/>
          </a:p>
          <a:p>
            <a:r>
              <a:rPr lang="en-US" b="1" dirty="0"/>
              <a:t>Residual vs. Fitted Plot</a:t>
            </a:r>
          </a:p>
          <a:p>
            <a:r>
              <a:rPr lang="en-US" dirty="0"/>
              <a:t>Residuals are centered and roughly normal, which is a good sign</a:t>
            </a:r>
            <a:br>
              <a:rPr lang="en-US" dirty="0"/>
            </a:br>
            <a:r>
              <a:rPr lang="en-US" dirty="0"/>
              <a:t>There are minor deviations, but that’s expected with large real-world datasets</a:t>
            </a:r>
          </a:p>
          <a:p>
            <a:endParaRPr lang="en-US" dirty="0"/>
          </a:p>
          <a:p>
            <a:r>
              <a:rPr lang="en-US" b="1" dirty="0"/>
              <a:t>QQ Plot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Residuals are approximately normal, with slight deviations in extreme values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Histogram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The distribution is roughly bell shaped so it looks </a:t>
            </a:r>
            <a:r>
              <a:rPr lang="en-US" b="0"/>
              <a:t>normally distributed!</a:t>
            </a:r>
            <a:endParaRPr lang="en-US" b="0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2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we have chosen our model, ran the statistical analysis tests on the model</a:t>
            </a:r>
          </a:p>
          <a:p>
            <a:endParaRPr lang="en-US" dirty="0"/>
          </a:p>
          <a:p>
            <a:r>
              <a:rPr lang="en-US" dirty="0"/>
              <a:t>We can now quantify effects:</a:t>
            </a:r>
          </a:p>
          <a:p>
            <a:endParaRPr lang="en-US" dirty="0"/>
          </a:p>
          <a:p>
            <a:r>
              <a:rPr lang="en-US" dirty="0"/>
              <a:t>Age and mileage reduce price</a:t>
            </a:r>
          </a:p>
          <a:p>
            <a:r>
              <a:rPr lang="en-US" dirty="0"/>
              <a:t>Power increases price </a:t>
            </a:r>
          </a:p>
          <a:p>
            <a:r>
              <a:rPr lang="en-US" dirty="0"/>
              <a:t>Damage has a very large negative effect</a:t>
            </a:r>
            <a:br>
              <a:rPr lang="en-US" dirty="0"/>
            </a:br>
            <a:r>
              <a:rPr lang="en-US" dirty="0"/>
              <a:t>Overall, these factors explain a large portion of price variation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94168-FEB8-46A1-8282-77BD2E50C51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64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F3A81-75BA-D4FC-6F1C-4E116FA61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EEFA1-B798-7B08-E470-B81B551AC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5310D-F4F9-3DC2-5030-42D56B0D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1FDC4-48C5-8F23-0779-618CA561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2FAA5-A097-FC41-0E08-B5EBD0A0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20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2E72-D204-619B-F63F-EFC6AA42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64489-CE12-89A3-C1AD-ADF4C04FE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710CE-CB5F-D342-1CF3-3B8D31C2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932EC-E0BA-9C10-FE84-B0B2FEA03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777C-4897-DF7D-4B47-AED524C3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66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61DE3-DE85-748E-569A-EDEE0EE8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B8C6C-892C-04ED-6766-83D5940CA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A071C-CCD9-F104-687D-301BE5622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4FF28-4A3E-E423-15A3-26E3F5B2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B3E94-0B9B-029B-DF6D-B7C56E3A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33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7A50-2BB3-571C-9496-A62DDA27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6374E-9764-D69B-DCD0-4F7A997D1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45F22-8D36-350A-4194-B988F2BAD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CC1C8-7B51-5FFE-B80E-7F7186FA7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1916F-2E43-85C5-433D-6C384CC8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0C9D-0522-07E3-6666-A2620D47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C850B-F7A9-E0A1-D8F0-BBEC4BCD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7203B-6C8F-CC01-9B0F-FDF29A627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89AD8-F6B4-5D1D-3DD0-4A5010F48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ADEFEF-04AD-F154-74CA-5D0248ABC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A72D76-05CC-89B7-41EA-EB9CE98C2C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D51114-E238-0C86-51FC-CB9A65200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83089-D0D4-B9B8-6B2B-9E7C31B86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23572E-3C8C-91D0-7405-473C9954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21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0171-09F4-726E-88BC-1B37AE0CA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0D1EE-B7F0-45F4-0DBC-E4A12E2B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8DDDB-EF7C-A23E-C310-E3F69E9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F1D7C-FDD7-0D90-9AF3-27273AC2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0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6D47E5-19BC-C874-DE8B-29562E5C2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43B2B-B142-24C6-2209-F69889786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F16C3-3196-0EDC-EFEC-E334D82A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4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3F248-DE01-D1C8-74B2-7A173B4A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18C4B-A2DE-292E-D23B-A8EA3A90B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CA86A-DD74-3B91-73C3-C4780FCA7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BE4A2-2A7D-1B1D-4989-1FF1D9CD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4998D-93A8-0174-591C-FCEDEF18E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54ED8-1CAB-143F-5164-054B6143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4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6DF7-88DC-6913-D0EE-61AC8420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74B9CB-CEC7-2004-3A7A-BC731E8F4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55F46-8430-F073-48B8-B1232FA58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C09B6-A9FF-090C-F223-D3398C55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1C356-3176-FD69-E03D-730770CC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B8335-7D31-DC22-EB1F-5030C70E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1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A9A9D-2078-3D42-1202-7C0C9879C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98D91-06C3-EAB8-972E-F004C61BE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52146-A483-D0D4-308D-AD4D83B5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02280-DD4F-3515-8BDA-3077B165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5E87D-515F-7CB6-81A4-9957FDBE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A0517-1521-5296-73D3-FF2434EA6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38BAC-1DD6-1809-2FF4-1912A6BEF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49D4D-4F23-3CAB-8941-DEC1BD0E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A579B-F7E1-3D9F-A151-9DF3AE44B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B1565-703D-9A5C-2767-2784E09A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6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7DCC3-5981-5700-27B7-885727C9C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8598F-339A-D7EA-5C79-3503F8B06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5EA62-A264-3477-1EAC-12272AE63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64A08-AC48-4282-B01B-4DC1E9E9407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812AF-E8FC-C7BF-B4AD-91079063D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09EF2-E367-2892-2EA2-85399A535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4B2E0-1D68-4225-9C74-C952CE833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40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he image shows a tightly packed parking lot with rows of various cars neatly arranged in rows and columns.&#10;&#10;AI-generated content may be incorrect.">
            <a:extLst>
              <a:ext uri="{FF2B5EF4-FFF2-40B4-BE49-F238E27FC236}">
                <a16:creationId xmlns:a16="http://schemas.microsoft.com/office/drawing/2014/main" id="{40848881-7F79-DDA5-85F0-CCCD75B53E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0" r="-1" b="40349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974536-D0A6-A4F9-34ED-AFDE9B2B9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Used Cars - Uncovering Factors That Affect Used Car Prices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C2792-A60F-083A-808A-10A0FA8D8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MATH 3620 – Statistical Methods II</a:t>
            </a:r>
          </a:p>
          <a:p>
            <a:r>
              <a:rPr lang="en-US" b="1" dirty="0">
                <a:solidFill>
                  <a:schemeClr val="bg1"/>
                </a:solidFill>
              </a:rPr>
              <a:t>Aiden Rader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98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EB8758-9042-0AEE-F58A-CCB0DCE7A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3931"/>
            <a:ext cx="3143250" cy="2601119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/>
              <a:t>Introduction / Purpose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BCE4053E-D6CB-8420-4755-5CE3A7B3F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2429670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174CB-2351-0B9D-EFAC-54A79EC04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652" y="730249"/>
            <a:ext cx="7153147" cy="5384801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Used car prices vary widely due to multiple interacting factors</a:t>
            </a:r>
          </a:p>
          <a:p>
            <a:r>
              <a:rPr lang="en-US" sz="2000" dirty="0"/>
              <a:t>Understanding these relationships requires statistical modeling</a:t>
            </a:r>
          </a:p>
          <a:p>
            <a:r>
              <a:rPr lang="en-US" sz="2000" b="1" dirty="0"/>
              <a:t>Research Question: </a:t>
            </a:r>
            <a:r>
              <a:rPr lang="en-US" sz="2000" dirty="0"/>
              <a:t>Which factors significantly influence used car prices?</a:t>
            </a:r>
          </a:p>
          <a:p>
            <a:r>
              <a:rPr lang="en-US" sz="2000" b="1" dirty="0"/>
              <a:t>Approach:</a:t>
            </a:r>
          </a:p>
          <a:p>
            <a:pPr lvl="1"/>
            <a:r>
              <a:rPr lang="en-US" sz="2000" dirty="0"/>
              <a:t>Use real-world data</a:t>
            </a:r>
          </a:p>
          <a:p>
            <a:pPr lvl="1"/>
            <a:r>
              <a:rPr lang="en-US" sz="2000" dirty="0"/>
              <a:t>Apply statistical modeling (MLR)</a:t>
            </a:r>
          </a:p>
          <a:p>
            <a:pPr lvl="1"/>
            <a:r>
              <a:rPr lang="en-US" sz="2000" dirty="0"/>
              <a:t>Evaluate significance and model performance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chemeClr val="bg1">
                    <a:lumMod val="65000"/>
                  </a:schemeClr>
                </a:solidFill>
              </a:rPr>
              <a:t>Note: This is an observational dataset, not experimental</a:t>
            </a:r>
          </a:p>
        </p:txBody>
      </p:sp>
    </p:spTree>
    <p:extLst>
      <p:ext uri="{BB962C8B-B14F-4D97-AF65-F5344CB8AC3E}">
        <p14:creationId xmlns:p14="http://schemas.microsoft.com/office/powerpoint/2010/main" val="4103166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26499-300A-A614-BB85-53BE8CA7B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Multiple Linear Regression?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BA4F22-653C-F65E-6B46-8C8112FE98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25873"/>
              </p:ext>
            </p:extLst>
          </p:nvPr>
        </p:nvGraphicFramePr>
        <p:xfrm>
          <a:off x="319264" y="2084546"/>
          <a:ext cx="11548873" cy="31245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348729">
                  <a:extLst>
                    <a:ext uri="{9D8B030D-6E8A-4147-A177-3AD203B41FA5}">
                      <a16:colId xmlns:a16="http://schemas.microsoft.com/office/drawing/2014/main" val="1052989389"/>
                    </a:ext>
                  </a:extLst>
                </a:gridCol>
                <a:gridCol w="5200144">
                  <a:extLst>
                    <a:ext uri="{9D8B030D-6E8A-4147-A177-3AD203B41FA5}">
                      <a16:colId xmlns:a16="http://schemas.microsoft.com/office/drawing/2014/main" val="961888574"/>
                    </a:ext>
                  </a:extLst>
                </a:gridCol>
              </a:tblGrid>
              <a:tr h="624904">
                <a:tc>
                  <a:txBody>
                    <a:bodyPr/>
                    <a:lstStyle/>
                    <a:p>
                      <a:r>
                        <a:rPr lang="en-US" sz="2200" dirty="0"/>
                        <a:t>MLR</a:t>
                      </a:r>
                    </a:p>
                  </a:txBody>
                  <a:tcPr marL="112685" marR="112685" marT="56343" marB="56343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ANOVA</a:t>
                      </a:r>
                    </a:p>
                  </a:txBody>
                  <a:tcPr marL="112685" marR="112685" marT="56343" marB="56343"/>
                </a:tc>
                <a:extLst>
                  <a:ext uri="{0D108BD9-81ED-4DB2-BD59-A6C34878D82A}">
                    <a16:rowId xmlns:a16="http://schemas.microsoft.com/office/drawing/2014/main" val="891741606"/>
                  </a:ext>
                </a:extLst>
              </a:tr>
              <a:tr h="624904">
                <a:tc>
                  <a:txBody>
                    <a:bodyPr/>
                    <a:lstStyle/>
                    <a:p>
                      <a:r>
                        <a:rPr lang="en-US" sz="2500" dirty="0"/>
                        <a:t>Model's </a:t>
                      </a:r>
                      <a:r>
                        <a:rPr lang="en-US" sz="2500" b="1" dirty="0"/>
                        <a:t>multiple predictors </a:t>
                      </a:r>
                      <a:r>
                        <a:rPr lang="en-US" sz="2500" dirty="0"/>
                        <a:t>simultaneously</a:t>
                      </a:r>
                      <a:endParaRPr lang="en-US" sz="2200" dirty="0"/>
                    </a:p>
                  </a:txBody>
                  <a:tcPr marL="112685" marR="112685" marT="56343" marB="5634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Compares group means</a:t>
                      </a:r>
                    </a:p>
                  </a:txBody>
                  <a:tcPr marL="112685" marR="112685" marT="56343" marB="56343"/>
                </a:tc>
                <a:extLst>
                  <a:ext uri="{0D108BD9-81ED-4DB2-BD59-A6C34878D82A}">
                    <a16:rowId xmlns:a16="http://schemas.microsoft.com/office/drawing/2014/main" val="1724138564"/>
                  </a:ext>
                </a:extLst>
              </a:tr>
              <a:tr h="624904">
                <a:tc>
                  <a:txBody>
                    <a:bodyPr/>
                    <a:lstStyle/>
                    <a:p>
                      <a:r>
                        <a:rPr lang="en-US" sz="2500"/>
                        <a:t>Handles continuous + categorical variables</a:t>
                      </a:r>
                      <a:endParaRPr lang="en-US" sz="2200"/>
                    </a:p>
                  </a:txBody>
                  <a:tcPr marL="112685" marR="112685" marT="56343" marB="56343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Primarily categorical</a:t>
                      </a:r>
                      <a:endParaRPr lang="en-US" sz="2200"/>
                    </a:p>
                  </a:txBody>
                  <a:tcPr marL="112685" marR="112685" marT="56343" marB="56343"/>
                </a:tc>
                <a:extLst>
                  <a:ext uri="{0D108BD9-81ED-4DB2-BD59-A6C34878D82A}">
                    <a16:rowId xmlns:a16="http://schemas.microsoft.com/office/drawing/2014/main" val="1304112047"/>
                  </a:ext>
                </a:extLst>
              </a:tr>
              <a:tr h="624904">
                <a:tc>
                  <a:txBody>
                    <a:bodyPr/>
                    <a:lstStyle/>
                    <a:p>
                      <a:r>
                        <a:rPr lang="en-US" sz="2500" dirty="0"/>
                        <a:t>Produces </a:t>
                      </a:r>
                      <a:r>
                        <a:rPr lang="en-US" sz="2500" b="1" dirty="0"/>
                        <a:t>predictive equation</a:t>
                      </a:r>
                      <a:endParaRPr lang="en-US" sz="2200" b="1" dirty="0"/>
                    </a:p>
                  </a:txBody>
                  <a:tcPr marL="112685" marR="112685" marT="56343" marB="56343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No predictive model</a:t>
                      </a:r>
                      <a:endParaRPr lang="en-US" sz="2200"/>
                    </a:p>
                  </a:txBody>
                  <a:tcPr marL="112685" marR="112685" marT="56343" marB="56343"/>
                </a:tc>
                <a:extLst>
                  <a:ext uri="{0D108BD9-81ED-4DB2-BD59-A6C34878D82A}">
                    <a16:rowId xmlns:a16="http://schemas.microsoft.com/office/drawing/2014/main" val="18000367"/>
                  </a:ext>
                </a:extLst>
              </a:tr>
              <a:tr h="624904">
                <a:tc>
                  <a:txBody>
                    <a:bodyPr/>
                    <a:lstStyle/>
                    <a:p>
                      <a:r>
                        <a:rPr lang="en-US" sz="2500" dirty="0"/>
                        <a:t>Estimates individual variable effects</a:t>
                      </a:r>
                      <a:endParaRPr lang="en-US" sz="2200" dirty="0"/>
                    </a:p>
                  </a:txBody>
                  <a:tcPr marL="112685" marR="112685" marT="56343" marB="56343"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Tests overall differences only</a:t>
                      </a:r>
                      <a:endParaRPr lang="en-US" sz="2200" dirty="0"/>
                    </a:p>
                  </a:txBody>
                  <a:tcPr marL="112685" marR="112685" marT="56343" marB="56343"/>
                </a:tc>
                <a:extLst>
                  <a:ext uri="{0D108BD9-81ED-4DB2-BD59-A6C34878D82A}">
                    <a16:rowId xmlns:a16="http://schemas.microsoft.com/office/drawing/2014/main" val="226913852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C2F39EE-06FC-6E10-A475-ED89EC7C47BA}"/>
              </a:ext>
            </a:extLst>
          </p:cNvPr>
          <p:cNvSpPr txBox="1"/>
          <p:nvPr/>
        </p:nvSpPr>
        <p:spPr>
          <a:xfrm>
            <a:off x="638881" y="5541870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Therefore, MLR is more appropriate for modeling and predicting used car prices in a multi-factor setting!</a:t>
            </a:r>
            <a:endParaRPr lang="en-US" sz="2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00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0ED99-2182-FB5C-F899-040148D2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3931"/>
            <a:ext cx="3143250" cy="2601119"/>
          </a:xfrm>
        </p:spPr>
        <p:txBody>
          <a:bodyPr anchor="t">
            <a:normAutofit/>
          </a:bodyPr>
          <a:lstStyle/>
          <a:p>
            <a:pPr algn="ctr"/>
            <a:r>
              <a:rPr lang="en-US" sz="4000"/>
              <a:t>Dataset Overview</a:t>
            </a:r>
          </a:p>
        </p:txBody>
      </p:sp>
      <p:pic>
        <p:nvPicPr>
          <p:cNvPr id="7" name="Graphic 6" descr="Car">
            <a:extLst>
              <a:ext uri="{FF2B5EF4-FFF2-40B4-BE49-F238E27FC236}">
                <a16:creationId xmlns:a16="http://schemas.microsoft.com/office/drawing/2014/main" id="{AD186742-C5AF-AA42-73A1-7623AF9DE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2429670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7C324-CBA6-E601-5DE4-0A80B8266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652" y="730249"/>
            <a:ext cx="7153147" cy="5384801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Source: Used car listings from </a:t>
            </a:r>
            <a:r>
              <a:rPr lang="en-US" sz="2000" i="1" dirty="0"/>
              <a:t>eBay </a:t>
            </a:r>
            <a:r>
              <a:rPr lang="en-US" sz="2000" i="1" dirty="0" err="1"/>
              <a:t>Kleinanzeigen</a:t>
            </a:r>
            <a:r>
              <a:rPr lang="en-US" sz="2000" i="1" dirty="0"/>
              <a:t> </a:t>
            </a:r>
            <a:r>
              <a:rPr lang="en-US" sz="2000" dirty="0"/>
              <a:t>(</a:t>
            </a:r>
            <a:r>
              <a:rPr lang="en-US" sz="2000" i="1" dirty="0"/>
              <a:t>1</a:t>
            </a:r>
            <a:r>
              <a:rPr lang="en-US" sz="2000" dirty="0"/>
              <a:t>)</a:t>
            </a:r>
            <a:endParaRPr lang="en-US" sz="2000" i="1" dirty="0"/>
          </a:p>
          <a:p>
            <a:pPr lvl="1"/>
            <a:r>
              <a:rPr lang="en-US" sz="2000" dirty="0"/>
              <a:t>Collected via web scraping (</a:t>
            </a:r>
            <a:r>
              <a:rPr lang="en-US" sz="2000" dirty="0" err="1"/>
              <a:t>Data.World</a:t>
            </a:r>
            <a:r>
              <a:rPr lang="en-US" sz="2000" dirty="0"/>
              <a:t>, @data-society)</a:t>
            </a:r>
          </a:p>
          <a:p>
            <a:pPr lvl="1"/>
            <a:r>
              <a:rPr lang="en-US" sz="2000" dirty="0"/>
              <a:t>Timeframe: March-April 2016</a:t>
            </a:r>
          </a:p>
          <a:p>
            <a:pPr lvl="1"/>
            <a:r>
              <a:rPr lang="en-US" sz="2000" dirty="0"/>
              <a:t>Original data in German</a:t>
            </a:r>
          </a:p>
          <a:p>
            <a:r>
              <a:rPr lang="de-DE" sz="2000" dirty="0"/>
              <a:t>Sample Size: ~246,000 (after cleaning)</a:t>
            </a:r>
            <a:endParaRPr lang="en-US" sz="2000" dirty="0"/>
          </a:p>
          <a:p>
            <a:r>
              <a:rPr lang="en-US" sz="2000" dirty="0"/>
              <a:t>Response variable (Y): </a:t>
            </a:r>
            <a:r>
              <a:rPr lang="en-US" sz="2000" b="1" dirty="0" err="1"/>
              <a:t>price_euros</a:t>
            </a:r>
            <a:r>
              <a:rPr lang="en-US" sz="2000" b="1" dirty="0"/>
              <a:t> </a:t>
            </a:r>
            <a:r>
              <a:rPr lang="en-US" sz="2000" dirty="0"/>
              <a:t>(continuous)</a:t>
            </a:r>
            <a:endParaRPr lang="en-US" sz="2000" b="1" dirty="0"/>
          </a:p>
          <a:p>
            <a:r>
              <a:rPr lang="en-US" sz="2000" dirty="0"/>
              <a:t>Explanatory variables (X):</a:t>
            </a:r>
          </a:p>
          <a:p>
            <a:pPr lvl="1"/>
            <a:r>
              <a:rPr lang="en-US" sz="2000" dirty="0"/>
              <a:t>Quantitative: </a:t>
            </a:r>
            <a:r>
              <a:rPr lang="en-US" sz="2000" b="1" dirty="0" err="1"/>
              <a:t>model_age</a:t>
            </a:r>
            <a:r>
              <a:rPr lang="en-US" sz="2000" b="1" dirty="0"/>
              <a:t>, km, </a:t>
            </a:r>
            <a:r>
              <a:rPr lang="en-US" sz="2000" b="1" dirty="0" err="1"/>
              <a:t>ps</a:t>
            </a:r>
            <a:endParaRPr lang="en-US" sz="2000" b="1" dirty="0"/>
          </a:p>
          <a:p>
            <a:pPr lvl="1"/>
            <a:r>
              <a:rPr lang="en-US" sz="2000" dirty="0"/>
              <a:t>Categorical: </a:t>
            </a:r>
            <a:r>
              <a:rPr lang="en-US" sz="2000" b="1" dirty="0"/>
              <a:t>gearbox, </a:t>
            </a:r>
            <a:r>
              <a:rPr lang="en-US" sz="2000" b="1" dirty="0" err="1"/>
              <a:t>not_repaired_damage</a:t>
            </a:r>
            <a:endParaRPr lang="en-US" sz="2000" b="1" dirty="0"/>
          </a:p>
          <a:p>
            <a:pPr lvl="1"/>
            <a:r>
              <a:rPr lang="en-US" sz="2000" dirty="0"/>
              <a:t>Additional considered: </a:t>
            </a:r>
            <a:r>
              <a:rPr lang="en-US" sz="2000" b="1" dirty="0" err="1"/>
              <a:t>fuel_type</a:t>
            </a:r>
            <a:r>
              <a:rPr lang="en-US" sz="2000" b="1" dirty="0"/>
              <a:t>, </a:t>
            </a:r>
            <a:r>
              <a:rPr lang="en-US" sz="2000" b="1" dirty="0" err="1"/>
              <a:t>vehicle_type</a:t>
            </a:r>
            <a:r>
              <a:rPr lang="en-US" sz="2000" b="1" dirty="0"/>
              <a:t>, brand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B6182-8A1B-C1DA-A304-271C5F64FCBF}"/>
              </a:ext>
            </a:extLst>
          </p:cNvPr>
          <p:cNvSpPr txBox="1"/>
          <p:nvPr/>
        </p:nvSpPr>
        <p:spPr>
          <a:xfrm>
            <a:off x="298883" y="6527431"/>
            <a:ext cx="9127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Koehne, J. (2016, November 22). </a:t>
            </a:r>
            <a:r>
              <a:rPr lang="en-US" sz="1200" i="1" dirty="0"/>
              <a:t>Used Cars Data - dataset by data-society</a:t>
            </a:r>
            <a:r>
              <a:rPr lang="en-US" sz="1200" dirty="0"/>
              <a:t>. </a:t>
            </a:r>
            <a:r>
              <a:rPr lang="en-US" sz="1200" dirty="0" err="1"/>
              <a:t>data.world</a:t>
            </a:r>
            <a:r>
              <a:rPr lang="en-US" sz="1200" dirty="0"/>
              <a:t>. https://data.world/data-society/used-cars-data </a:t>
            </a:r>
          </a:p>
        </p:txBody>
      </p:sp>
    </p:spTree>
    <p:extLst>
      <p:ext uri="{BB962C8B-B14F-4D97-AF65-F5344CB8AC3E}">
        <p14:creationId xmlns:p14="http://schemas.microsoft.com/office/powerpoint/2010/main" val="183117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6D5BF-02ED-84F8-4F77-FAFCE88B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Data Cleaning Process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3BA19-9310-0C65-E412-2FEE21B6A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0" y="963507"/>
            <a:ext cx="6250940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/>
            <a:r>
              <a:rPr lang="en-US" sz="2000" b="1" dirty="0"/>
              <a:t>Real-World Data Issues</a:t>
            </a:r>
          </a:p>
          <a:p>
            <a:r>
              <a:rPr lang="en-US" sz="2000" dirty="0"/>
              <a:t>Irrelevant variables (IDs, timestamps, etc.)</a:t>
            </a:r>
          </a:p>
          <a:p>
            <a:r>
              <a:rPr lang="en-US" sz="2000" dirty="0"/>
              <a:t>Inconsistent formats (German labels)</a:t>
            </a:r>
          </a:p>
          <a:p>
            <a:r>
              <a:rPr lang="en-US" sz="2000" dirty="0"/>
              <a:t>Unrealistic values (price, year, power)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15293C-5DFE-8C4E-3FE7-41E746D4FAE8}"/>
              </a:ext>
            </a:extLst>
          </p:cNvPr>
          <p:cNvSpPr txBox="1">
            <a:spLocks/>
          </p:cNvSpPr>
          <p:nvPr/>
        </p:nvSpPr>
        <p:spPr>
          <a:xfrm>
            <a:off x="4976030" y="3589866"/>
            <a:ext cx="6250940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900" b="1"/>
              <a:t>Cleaning Steps</a:t>
            </a:r>
            <a:endParaRPr lang="en-US" sz="1900">
              <a:effectLst/>
            </a:endParaRPr>
          </a:p>
          <a:p>
            <a:r>
              <a:rPr lang="en-US" sz="1900"/>
              <a:t>Removed unnecessary variables</a:t>
            </a:r>
            <a:endParaRPr lang="en-US" sz="1900">
              <a:effectLst/>
            </a:endParaRPr>
          </a:p>
          <a:p>
            <a:r>
              <a:rPr lang="en-US" sz="1900"/>
              <a:t>Filtered unrealistic/invalid values</a:t>
            </a:r>
          </a:p>
          <a:p>
            <a:r>
              <a:rPr lang="en-US" sz="1900"/>
              <a:t>Standardized categorical variables</a:t>
            </a:r>
          </a:p>
          <a:p>
            <a:r>
              <a:rPr lang="en-US" sz="1900"/>
              <a:t>Created “</a:t>
            </a:r>
            <a:r>
              <a:rPr lang="en-US" sz="1900" i="1"/>
              <a:t>model_age”</a:t>
            </a:r>
            <a:endParaRPr lang="en-US" sz="1900" i="1">
              <a:effectLst/>
            </a:endParaRPr>
          </a:p>
          <a:p>
            <a:r>
              <a:rPr lang="en-US" sz="1900"/>
              <a:t>Simplified categories</a:t>
            </a:r>
          </a:p>
        </p:txBody>
      </p:sp>
    </p:spTree>
    <p:extLst>
      <p:ext uri="{BB962C8B-B14F-4D97-AF65-F5344CB8AC3E}">
        <p14:creationId xmlns:p14="http://schemas.microsoft.com/office/powerpoint/2010/main" val="1720164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CD947-46A1-5978-7A8E-B0FB5F27D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dirty="0"/>
              <a:t>Data Cleaning Pipeline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7009FD8-C50D-65A4-12E8-53EFBA9DC2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67965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78784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EE6E-DFE7-ED0A-B4A7-9EED191F5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Distribution &amp; Log Transformation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19FE3-3673-CBA0-3094-EB5ECD3A0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07" y="1680671"/>
            <a:ext cx="5157787" cy="823912"/>
          </a:xfrm>
        </p:spPr>
        <p:txBody>
          <a:bodyPr/>
          <a:lstStyle/>
          <a:p>
            <a:r>
              <a:rPr lang="en-US" dirty="0"/>
              <a:t>Raw Price Distribution</a:t>
            </a:r>
          </a:p>
        </p:txBody>
      </p:sp>
      <p:pic>
        <p:nvPicPr>
          <p:cNvPr id="10" name="Content Placeholder 9" descr="The image displays a distribution graph showing that there are no car prices within the range of 0 to 400,000 Euros.&#10;&#10;AI-generated content may be incorrect.">
            <a:extLst>
              <a:ext uri="{FF2B5EF4-FFF2-40B4-BE49-F238E27FC236}">
                <a16:creationId xmlns:a16="http://schemas.microsoft.com/office/drawing/2014/main" id="{D5771EA3-A2EE-D93F-26BC-E4A7D8FF52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18"/>
          <a:stretch>
            <a:fillRect/>
          </a:stretch>
        </p:blipFill>
        <p:spPr>
          <a:xfrm>
            <a:off x="865190" y="2498391"/>
            <a:ext cx="5157787" cy="191888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527C31-D246-CB35-6CF9-A29FF9DAA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680671"/>
            <a:ext cx="5183188" cy="823912"/>
          </a:xfrm>
        </p:spPr>
        <p:txBody>
          <a:bodyPr/>
          <a:lstStyle/>
          <a:p>
            <a:r>
              <a:rPr lang="en-US" dirty="0"/>
              <a:t>Log-Transformed Price Distribution</a:t>
            </a:r>
          </a:p>
        </p:txBody>
      </p:sp>
      <p:pic>
        <p:nvPicPr>
          <p:cNvPr id="12" name="Content Placeholder 11" descr="The diagram illustrates a distribution of logarithmically transformed car prices, showing a range from 0 to 12,000 Euros, with a frequency distribution peaking at 5,000.&#10;&#10;AI-generated content may be incorrect.">
            <a:extLst>
              <a:ext uri="{FF2B5EF4-FFF2-40B4-BE49-F238E27FC236}">
                <a16:creationId xmlns:a16="http://schemas.microsoft.com/office/drawing/2014/main" id="{B770FA49-DB9F-3F5B-D191-2F951B63495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09"/>
          <a:stretch>
            <a:fillRect/>
          </a:stretch>
        </p:blipFill>
        <p:spPr>
          <a:xfrm>
            <a:off x="6169024" y="2498391"/>
            <a:ext cx="5183188" cy="19188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8C9942-7C39-CC2C-C65B-B3176AE80F81}"/>
              </a:ext>
            </a:extLst>
          </p:cNvPr>
          <p:cNvSpPr txBox="1"/>
          <p:nvPr/>
        </p:nvSpPr>
        <p:spPr>
          <a:xfrm>
            <a:off x="836606" y="4919496"/>
            <a:ext cx="5157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Highly right-skewed (long tail)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Few extremely expensive cars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Most observations clustered at low prices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82A8BD-954E-834E-0756-77AFE5FB42A0}"/>
              </a:ext>
            </a:extLst>
          </p:cNvPr>
          <p:cNvSpPr txBox="1"/>
          <p:nvPr/>
        </p:nvSpPr>
        <p:spPr>
          <a:xfrm>
            <a:off x="6197608" y="4919496"/>
            <a:ext cx="5157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Distribution becomes more symmetric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Reduces impact of extreme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Better suited for multilinear regression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EC8C66-30EB-6385-0547-D2D6664CAC3C}"/>
              </a:ext>
            </a:extLst>
          </p:cNvPr>
          <p:cNvSpPr txBox="1"/>
          <p:nvPr/>
        </p:nvSpPr>
        <p:spPr>
          <a:xfrm>
            <a:off x="1238988" y="6123543"/>
            <a:ext cx="951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Log transformation helps satisfy linear regression assumptions (normality &amp; constant variance)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A7041A-0919-4BAA-3415-41DC35CCAC7F}"/>
              </a:ext>
            </a:extLst>
          </p:cNvPr>
          <p:cNvSpPr txBox="1"/>
          <p:nvPr/>
        </p:nvSpPr>
        <p:spPr>
          <a:xfrm>
            <a:off x="1534852" y="4338245"/>
            <a:ext cx="37612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chemeClr val="bg1">
                    <a:lumMod val="65000"/>
                  </a:schemeClr>
                </a:solidFill>
              </a:rPr>
              <a:t>Figure 1: Raw Distribution of car prices using  R histogram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434405-BE89-683A-7BEB-4300B312B868}"/>
              </a:ext>
            </a:extLst>
          </p:cNvPr>
          <p:cNvSpPr txBox="1"/>
          <p:nvPr/>
        </p:nvSpPr>
        <p:spPr>
          <a:xfrm>
            <a:off x="6879970" y="4338245"/>
            <a:ext cx="37612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chemeClr val="bg1">
                    <a:lumMod val="65000"/>
                  </a:schemeClr>
                </a:solidFill>
              </a:rPr>
              <a:t>Figure 2: Log Distribution of car prices using  R histogram</a:t>
            </a:r>
          </a:p>
        </p:txBody>
      </p:sp>
    </p:spTree>
    <p:extLst>
      <p:ext uri="{BB962C8B-B14F-4D97-AF65-F5344CB8AC3E}">
        <p14:creationId xmlns:p14="http://schemas.microsoft.com/office/powerpoint/2010/main" val="1130382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21AA6A-14A3-4CB1-A46D-4BBC72A28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AB678-CDE8-9A2F-5EFE-66F4DDE15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061" y="507283"/>
            <a:ext cx="6420739" cy="15440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dirty="0"/>
              <a:t>Exploratory Data Analysis (EDA) - </a:t>
            </a:r>
            <a:r>
              <a:rPr lang="en-US" sz="4000" i="1" dirty="0"/>
              <a:t>Continuous Variables</a:t>
            </a:r>
          </a:p>
        </p:txBody>
      </p:sp>
      <p:pic>
        <p:nvPicPr>
          <p:cNvPr id="8" name="Content Placeholder 7" descr="The image displays a logarithmic scale graph comparing the logarithm of price (in Euros) against mileage, with data points at intervals of 10,000 to 150,000 km.&#10;&#10;AI-generated content may be incorrect.">
            <a:extLst>
              <a:ext uri="{FF2B5EF4-FFF2-40B4-BE49-F238E27FC236}">
                <a16:creationId xmlns:a16="http://schemas.microsoft.com/office/drawing/2014/main" id="{7CA04F6E-5204-059D-2CA0-9909168E6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" y="321215"/>
            <a:ext cx="4087164" cy="19083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52AE1E-0884-B992-4229-F655880F2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" y="2398948"/>
            <a:ext cx="4087166" cy="19083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F7738F-7294-5C8A-BA91-866CDAB031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48" y="4628474"/>
            <a:ext cx="4087166" cy="1908310"/>
          </a:xfrm>
          <a:prstGeom prst="rect">
            <a:avLst/>
          </a:prstGeom>
        </p:spPr>
      </p:pic>
      <p:sp>
        <p:nvSpPr>
          <p:cNvPr id="30" name="Content Placeholder 18">
            <a:extLst>
              <a:ext uri="{FF2B5EF4-FFF2-40B4-BE49-F238E27FC236}">
                <a16:creationId xmlns:a16="http://schemas.microsoft.com/office/drawing/2014/main" id="{B43F0EC6-6532-7CF2-76B2-936D2195C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3061" y="2230733"/>
            <a:ext cx="6420739" cy="39462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Plots:</a:t>
            </a:r>
          </a:p>
          <a:p>
            <a:r>
              <a:rPr lang="en-US" sz="2400" dirty="0"/>
              <a:t>Mileage (km)</a:t>
            </a:r>
          </a:p>
          <a:p>
            <a:r>
              <a:rPr lang="en-US" sz="2400" dirty="0"/>
              <a:t>Model Age</a:t>
            </a:r>
          </a:p>
          <a:p>
            <a:r>
              <a:rPr lang="en-US" sz="2400" dirty="0"/>
              <a:t>Power (</a:t>
            </a:r>
            <a:r>
              <a:rPr lang="en-US" sz="2400" dirty="0" err="1"/>
              <a:t>Pferdestärke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Interpretation:</a:t>
            </a:r>
          </a:p>
          <a:p>
            <a:r>
              <a:rPr lang="en-US" sz="2400" dirty="0"/>
              <a:t>Price decreases as mileage increases</a:t>
            </a:r>
          </a:p>
          <a:p>
            <a:r>
              <a:rPr lang="en-US" sz="2400" dirty="0"/>
              <a:t>Price generally decreases with age (non-linear relationship)</a:t>
            </a:r>
          </a:p>
          <a:p>
            <a:r>
              <a:rPr lang="en-US" sz="2400" dirty="0"/>
              <a:t>Price increases with engine power</a:t>
            </a:r>
          </a:p>
          <a:p>
            <a:r>
              <a:rPr lang="en-US" sz="2400" dirty="0"/>
              <a:t>Relationships are not strictly linear</a:t>
            </a:r>
          </a:p>
        </p:txBody>
      </p:sp>
    </p:spTree>
    <p:extLst>
      <p:ext uri="{BB962C8B-B14F-4D97-AF65-F5344CB8AC3E}">
        <p14:creationId xmlns:p14="http://schemas.microsoft.com/office/powerpoint/2010/main" val="3428813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29CDA-073C-15E4-0F37-69D66D2F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756D4-6514-5F3F-C370-7D146A676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401055" cy="1684638"/>
          </a:xfrm>
        </p:spPr>
        <p:txBody>
          <a:bodyPr>
            <a:normAutofit/>
          </a:bodyPr>
          <a:lstStyle/>
          <a:p>
            <a:r>
              <a:rPr lang="en-US" sz="3700" dirty="0"/>
              <a:t>Exploratory Data Analysis (EDA) - </a:t>
            </a:r>
            <a:r>
              <a:rPr lang="en-US" sz="3700" i="1" dirty="0"/>
              <a:t>Categorical Variables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520A648-1008-3170-5074-91203208E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09568"/>
            <a:ext cx="5404103" cy="369055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Plots:</a:t>
            </a:r>
          </a:p>
          <a:p>
            <a:r>
              <a:rPr lang="en-US" sz="2000" dirty="0"/>
              <a:t>Damage Status</a:t>
            </a:r>
          </a:p>
          <a:p>
            <a:pPr lvl="1"/>
            <a:r>
              <a:rPr lang="en-US" sz="1600" dirty="0"/>
              <a:t>If it is repaired or not / has damage</a:t>
            </a:r>
          </a:p>
          <a:p>
            <a:r>
              <a:rPr lang="en-US" sz="2000" dirty="0"/>
              <a:t>Gearbox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Interpretation:</a:t>
            </a:r>
          </a:p>
          <a:p>
            <a:r>
              <a:rPr lang="en-US" sz="2000" dirty="0"/>
              <a:t>Cars with unrepaired damage have significantly lower prices</a:t>
            </a:r>
          </a:p>
          <a:p>
            <a:r>
              <a:rPr lang="en-US" sz="2000" dirty="0"/>
              <a:t>Automatic vehicles tend to be priced higher than manual</a:t>
            </a:r>
          </a:p>
          <a:p>
            <a:r>
              <a:rPr lang="en-US" sz="2000" dirty="0"/>
              <a:t>Strong group differences justify inclusion of categorical predictors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6B1389-88DF-7952-FB6F-06CFDA3FE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880" y="361765"/>
            <a:ext cx="5570518" cy="2600891"/>
          </a:xfrm>
          <a:prstGeom prst="rect">
            <a:avLst/>
          </a:prstGeom>
        </p:spPr>
      </p:pic>
      <p:pic>
        <p:nvPicPr>
          <p:cNvPr id="7" name="Picture 6" descr="The image depicts a graph comparing the logarithmic prices of gearboxes, distinguishing between automatic and manual types.&#10;&#10;AI-generated content may be incorrect.">
            <a:extLst>
              <a:ext uri="{FF2B5EF4-FFF2-40B4-BE49-F238E27FC236}">
                <a16:creationId xmlns:a16="http://schemas.microsoft.com/office/drawing/2014/main" id="{FBB5AE32-DECE-96EF-95C3-0C98954175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875" y="3407705"/>
            <a:ext cx="5570518" cy="26008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A24C5B-FE72-7FE0-2520-ED99FCA2FCAB}"/>
              </a:ext>
            </a:extLst>
          </p:cNvPr>
          <p:cNvSpPr txBox="1"/>
          <p:nvPr/>
        </p:nvSpPr>
        <p:spPr>
          <a:xfrm>
            <a:off x="7334980" y="2831851"/>
            <a:ext cx="3761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Figure 6: Categorical boxplot given if a vehicle is damaged or not, made with R boxplot()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BB200B-5913-0E24-9735-CD8A412925C0}"/>
              </a:ext>
            </a:extLst>
          </p:cNvPr>
          <p:cNvSpPr txBox="1"/>
          <p:nvPr/>
        </p:nvSpPr>
        <p:spPr>
          <a:xfrm>
            <a:off x="7332486" y="5884675"/>
            <a:ext cx="37612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chemeClr val="bg1">
                    <a:lumMod val="65000"/>
                  </a:schemeClr>
                </a:solidFill>
              </a:rPr>
              <a:t>Figure 7: Categorical boxplot given a vehicles transmission type, made with R boxplot()</a:t>
            </a:r>
          </a:p>
        </p:txBody>
      </p:sp>
    </p:spTree>
    <p:extLst>
      <p:ext uri="{BB962C8B-B14F-4D97-AF65-F5344CB8AC3E}">
        <p14:creationId xmlns:p14="http://schemas.microsoft.com/office/powerpoint/2010/main" val="207049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2AEC-FBCC-DE20-58B8-1BF85741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F769-B0D3-6465-16F5-5E3C65438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61835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Interpretation:</a:t>
            </a:r>
          </a:p>
          <a:p>
            <a:r>
              <a:rPr lang="en-US" sz="2400" dirty="0"/>
              <a:t>Strong positive correlation:</a:t>
            </a:r>
          </a:p>
          <a:p>
            <a:pPr lvl="1"/>
            <a:r>
              <a:rPr lang="en-US" sz="2000" dirty="0"/>
              <a:t>Power (</a:t>
            </a:r>
            <a:r>
              <a:rPr lang="en-US" sz="2000" dirty="0" err="1"/>
              <a:t>ps</a:t>
            </a:r>
            <a:r>
              <a:rPr lang="en-US" sz="2000" dirty="0"/>
              <a:t>) increases price (r ~ 0.57)</a:t>
            </a:r>
          </a:p>
          <a:p>
            <a:r>
              <a:rPr lang="en-US" sz="2400" dirty="0"/>
              <a:t>Moderate negative correlations:</a:t>
            </a:r>
          </a:p>
          <a:p>
            <a:pPr lvl="1"/>
            <a:r>
              <a:rPr lang="en-US" sz="2000" dirty="0"/>
              <a:t>Model age decreases price (r ~ -0.57)</a:t>
            </a:r>
          </a:p>
          <a:p>
            <a:pPr lvl="1"/>
            <a:r>
              <a:rPr lang="en-US" sz="2000" dirty="0"/>
              <a:t>Mileage decreases price (r ~ -0.45)</a:t>
            </a:r>
          </a:p>
          <a:p>
            <a:r>
              <a:rPr lang="en-US" sz="2400" dirty="0"/>
              <a:t>Weak correlation:</a:t>
            </a:r>
          </a:p>
          <a:p>
            <a:pPr lvl="1"/>
            <a:r>
              <a:rPr lang="en-US" sz="2000" dirty="0"/>
              <a:t>Mileage and power are nearly unrelated (r ~ 0)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i="1" dirty="0"/>
              <a:t>No strong </a:t>
            </a:r>
            <a:r>
              <a:rPr lang="en-US" sz="2400" b="1" i="1" dirty="0"/>
              <a:t>multicollinearity</a:t>
            </a:r>
            <a:r>
              <a:rPr lang="en-US" sz="2400" i="1" dirty="0"/>
              <a:t> observed between predictors, we can use these as the base model.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6F2F51F-6759-AC55-EEFD-CDDB70A6FA7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20295435"/>
              </p:ext>
            </p:extLst>
          </p:nvPr>
        </p:nvGraphicFramePr>
        <p:xfrm>
          <a:off x="6701883" y="1825624"/>
          <a:ext cx="5121755" cy="25391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4413">
                  <a:extLst>
                    <a:ext uri="{9D8B030D-6E8A-4147-A177-3AD203B41FA5}">
                      <a16:colId xmlns:a16="http://schemas.microsoft.com/office/drawing/2014/main" val="3897165794"/>
                    </a:ext>
                  </a:extLst>
                </a:gridCol>
                <a:gridCol w="1034549">
                  <a:extLst>
                    <a:ext uri="{9D8B030D-6E8A-4147-A177-3AD203B41FA5}">
                      <a16:colId xmlns:a16="http://schemas.microsoft.com/office/drawing/2014/main" val="3417444082"/>
                    </a:ext>
                  </a:extLst>
                </a:gridCol>
                <a:gridCol w="1104413">
                  <a:extLst>
                    <a:ext uri="{9D8B030D-6E8A-4147-A177-3AD203B41FA5}">
                      <a16:colId xmlns:a16="http://schemas.microsoft.com/office/drawing/2014/main" val="3718298354"/>
                    </a:ext>
                  </a:extLst>
                </a:gridCol>
                <a:gridCol w="939190">
                  <a:extLst>
                    <a:ext uri="{9D8B030D-6E8A-4147-A177-3AD203B41FA5}">
                      <a16:colId xmlns:a16="http://schemas.microsoft.com/office/drawing/2014/main" val="3930501293"/>
                    </a:ext>
                  </a:extLst>
                </a:gridCol>
                <a:gridCol w="939190">
                  <a:extLst>
                    <a:ext uri="{9D8B030D-6E8A-4147-A177-3AD203B41FA5}">
                      <a16:colId xmlns:a16="http://schemas.microsoft.com/office/drawing/2014/main" val="74313577"/>
                    </a:ext>
                  </a:extLst>
                </a:gridCol>
              </a:tblGrid>
              <a:tr h="50782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Log(price)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model_age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km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885548"/>
                  </a:ext>
                </a:extLst>
              </a:tr>
              <a:tr h="507822">
                <a:tc>
                  <a:txBody>
                    <a:bodyPr/>
                    <a:lstStyle/>
                    <a:p>
                      <a:r>
                        <a:rPr lang="en-US" sz="1400"/>
                        <a:t>Log(price)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-0.568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-0.446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0.565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442874"/>
                  </a:ext>
                </a:extLst>
              </a:tr>
              <a:tr h="507822">
                <a:tc>
                  <a:txBody>
                    <a:bodyPr/>
                    <a:lstStyle/>
                    <a:p>
                      <a:r>
                        <a:rPr lang="en-US" sz="1400" dirty="0" err="1"/>
                        <a:t>model_age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-0.568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1.000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-0.203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517518"/>
                  </a:ext>
                </a:extLst>
              </a:tr>
              <a:tr h="507822">
                <a:tc>
                  <a:txBody>
                    <a:bodyPr/>
                    <a:lstStyle/>
                    <a:p>
                      <a:r>
                        <a:rPr lang="en-US" sz="1400"/>
                        <a:t>km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0.388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1.000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632891"/>
                  </a:ext>
                </a:extLst>
              </a:tr>
              <a:tr h="507822">
                <a:tc>
                  <a:txBody>
                    <a:bodyPr/>
                    <a:lstStyle/>
                    <a:p>
                      <a:r>
                        <a:rPr lang="en-US" sz="1400"/>
                        <a:t>ps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0.565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-0.016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413662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ADF7BD8-2618-9ADD-8BBC-A15E44997195}"/>
              </a:ext>
            </a:extLst>
          </p:cNvPr>
          <p:cNvSpPr txBox="1"/>
          <p:nvPr/>
        </p:nvSpPr>
        <p:spPr>
          <a:xfrm>
            <a:off x="7266925" y="4364734"/>
            <a:ext cx="393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Table 1: Correlation Table, data from R</a:t>
            </a:r>
          </a:p>
        </p:txBody>
      </p:sp>
    </p:spTree>
    <p:extLst>
      <p:ext uri="{BB962C8B-B14F-4D97-AF65-F5344CB8AC3E}">
        <p14:creationId xmlns:p14="http://schemas.microsoft.com/office/powerpoint/2010/main" val="2674195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EE84A-71A1-46C0-BEB3-B23187866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Development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5B7CAAD-7A32-36A5-82D5-962B3589B14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60309698"/>
              </p:ext>
            </p:extLst>
          </p:nvPr>
        </p:nvGraphicFramePr>
        <p:xfrm>
          <a:off x="261733" y="1825625"/>
          <a:ext cx="575806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F65F571-B936-009B-165B-72A9887AA67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365125"/>
                <a:ext cx="5605671" cy="58118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b="1" dirty="0"/>
                  <a:t>Model Progression:</a:t>
                </a:r>
              </a:p>
              <a:p>
                <a:pPr marL="0" indent="0">
                  <a:buNone/>
                </a:pPr>
                <a:r>
                  <a:rPr lang="en-US" sz="2000" dirty="0"/>
                  <a:t>Model 1(Baseline):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𝑝𝑟𝑖𝑐𝑒</m:t>
                            </m:r>
                          </m:e>
                        </m:d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_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𝑎𝑔𝑒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𝑝𝑠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Model 2: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𝑔𝑒𝑎𝑟𝑏𝑜𝑥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Model 3: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𝑟𝑒𝑝𝑎𝑖𝑟𝑒𝑑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𝑑𝑎𝑚𝑎𝑔𝑒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Model 3.5: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𝑔𝑒𝑎𝑟𝑏𝑜𝑥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)+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𝑟𝑒𝑝𝑎𝑖𝑟𝑒𝑑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𝑑𝑎𝑚𝑎𝑔𝑒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Model 4: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𝑓𝑢𝑒𝑙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Model 5: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𝑣𝑒h𝑖𝑐𝑙𝑒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Model 6: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𝑏𝑟𝑎𝑛𝑑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F65F571-B936-009B-165B-72A9887AA6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365125"/>
                <a:ext cx="5605671" cy="5811838"/>
              </a:xfrm>
              <a:blipFill>
                <a:blip r:embed="rId8"/>
                <a:stretch>
                  <a:fillRect l="-2717" t="-2099" b="-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7E57A27-8063-FBB6-657C-B9F0BCC61D56}"/>
              </a:ext>
            </a:extLst>
          </p:cNvPr>
          <p:cNvSpPr txBox="1"/>
          <p:nvPr/>
        </p:nvSpPr>
        <p:spPr>
          <a:xfrm>
            <a:off x="3140767" y="6334780"/>
            <a:ext cx="61129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NOTE: Categorical variables were included using indicator (dummy) variables</a:t>
            </a:r>
          </a:p>
          <a:p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007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A4481-3C08-F524-54D0-662C1201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B8809C-7603-5901-BACF-549D8A5DF1E9}"/>
                  </a:ext>
                </a:extLst>
              </p:cNvPr>
              <p:cNvSpPr txBox="1"/>
              <p:nvPr/>
            </p:nvSpPr>
            <p:spPr>
              <a:xfrm>
                <a:off x="761803" y="2470244"/>
                <a:ext cx="4080361" cy="376983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2000" b="1" dirty="0"/>
                  <a:t>Key Insights:</a:t>
                </a:r>
              </a:p>
              <a:p>
                <a:pPr marL="285750"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Model 4 achieves the highest performance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𝐴𝑑𝑗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=0.682)</m:t>
                    </m:r>
                  </m:oMath>
                </a14:m>
                <a:endParaRPr lang="en-US" sz="2000" dirty="0"/>
              </a:p>
              <a:p>
                <a:pPr marL="285750"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Model 3.5 provides a strong, more interpretable alternative</a:t>
                </a:r>
              </a:p>
              <a:p>
                <a:pPr marL="285750" indent="-228600">
                  <a:lnSpc>
                    <a:spcPct val="9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Additional variables beyond Model 4 show diminishing  returns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B8809C-7603-5901-BACF-549D8A5DF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03" y="2470244"/>
                <a:ext cx="4080361" cy="3769834"/>
              </a:xfrm>
              <a:prstGeom prst="rect">
                <a:avLst/>
              </a:prstGeom>
              <a:blipFill>
                <a:blip r:embed="rId3"/>
                <a:stretch>
                  <a:fillRect l="-1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A4B9F25-454C-648F-2A41-4BC9328592E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53013384"/>
                  </p:ext>
                </p:extLst>
              </p:nvPr>
            </p:nvGraphicFramePr>
            <p:xfrm>
              <a:off x="5954461" y="1293327"/>
              <a:ext cx="5693276" cy="4271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6824">
                      <a:extLst>
                        <a:ext uri="{9D8B030D-6E8A-4147-A177-3AD203B41FA5}">
                          <a16:colId xmlns:a16="http://schemas.microsoft.com/office/drawing/2014/main" val="1707578016"/>
                        </a:ext>
                      </a:extLst>
                    </a:gridCol>
                    <a:gridCol w="2062577">
                      <a:extLst>
                        <a:ext uri="{9D8B030D-6E8A-4147-A177-3AD203B41FA5}">
                          <a16:colId xmlns:a16="http://schemas.microsoft.com/office/drawing/2014/main" val="1170488388"/>
                        </a:ext>
                      </a:extLst>
                    </a:gridCol>
                    <a:gridCol w="1367728">
                      <a:extLst>
                        <a:ext uri="{9D8B030D-6E8A-4147-A177-3AD203B41FA5}">
                          <a16:colId xmlns:a16="http://schemas.microsoft.com/office/drawing/2014/main" val="3334690560"/>
                        </a:ext>
                      </a:extLst>
                    </a:gridCol>
                    <a:gridCol w="1306147">
                      <a:extLst>
                        <a:ext uri="{9D8B030D-6E8A-4147-A177-3AD203B41FA5}">
                          <a16:colId xmlns:a16="http://schemas.microsoft.com/office/drawing/2014/main" val="1855038993"/>
                        </a:ext>
                      </a:extLst>
                    </a:gridCol>
                  </a:tblGrid>
                  <a:tr h="331633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Variables Added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𝑨𝒅𝒋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/>
                        </a:p>
                      </a:txBody>
                      <a:tcPr marL="58296" marR="58296" marT="29148" marB="29148"/>
                    </a:tc>
                    <a:extLst>
                      <a:ext uri="{0D108BD9-81ED-4DB2-BD59-A6C34878D82A}">
                        <a16:rowId xmlns:a16="http://schemas.microsoft.com/office/drawing/2014/main" val="765269213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1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Baseline (age, km, ps)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0.6104069 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0.6104022</a:t>
                          </a:r>
                        </a:p>
                      </a:txBody>
                      <a:tcPr marL="58296" marR="58296" marT="29148" marB="29148"/>
                    </a:tc>
                    <a:extLst>
                      <a:ext uri="{0D108BD9-81ED-4DB2-BD59-A6C34878D82A}">
                        <a16:rowId xmlns:a16="http://schemas.microsoft.com/office/drawing/2014/main" val="1310032902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2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+ gearbox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0.6113955 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0.6113894</a:t>
                          </a:r>
                        </a:p>
                      </a:txBody>
                      <a:tcPr marL="58296" marR="58296" marT="29148" marB="29148"/>
                    </a:tc>
                    <a:extLst>
                      <a:ext uri="{0D108BD9-81ED-4DB2-BD59-A6C34878D82A}">
                        <a16:rowId xmlns:a16="http://schemas.microsoft.com/office/drawing/2014/main" val="587954165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3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+ damage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0.6495532 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0.6495476</a:t>
                          </a:r>
                        </a:p>
                      </a:txBody>
                      <a:tcPr marL="58296" marR="58296" marT="29148" marB="29148"/>
                    </a:tc>
                    <a:extLst>
                      <a:ext uri="{0D108BD9-81ED-4DB2-BD59-A6C34878D82A}">
                        <a16:rowId xmlns:a16="http://schemas.microsoft.com/office/drawing/2014/main" val="865762786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3.5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+ 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gearbox, damage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0.6505630 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0.6505560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023031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 b="1"/>
                            <a:t>Model 4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/>
                            <a:t>+ fuel_type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0.6816394 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0.6816255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7169021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5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+ </a:t>
                          </a:r>
                          <a:r>
                            <a:rPr lang="en-US" sz="1600" dirty="0" err="1"/>
                            <a:t>vehicle_type</a:t>
                          </a:r>
                          <a:endParaRPr lang="en-US" sz="1600" dirty="0"/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0.6532132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0.6532049</a:t>
                          </a:r>
                        </a:p>
                      </a:txBody>
                      <a:tcPr marL="58296" marR="58296" marT="29148" marB="29148"/>
                    </a:tc>
                    <a:extLst>
                      <a:ext uri="{0D108BD9-81ED-4DB2-BD59-A6C34878D82A}">
                        <a16:rowId xmlns:a16="http://schemas.microsoft.com/office/drawing/2014/main" val="2600117574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6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+ brand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0.6747483 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0.6747290</a:t>
                          </a:r>
                        </a:p>
                      </a:txBody>
                      <a:tcPr marL="58296" marR="58296" marT="29148" marB="29148"/>
                    </a:tc>
                    <a:extLst>
                      <a:ext uri="{0D108BD9-81ED-4DB2-BD59-A6C34878D82A}">
                        <a16:rowId xmlns:a16="http://schemas.microsoft.com/office/drawing/2014/main" val="815580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A4B9F25-454C-648F-2A41-4BC9328592E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53013384"/>
                  </p:ext>
                </p:extLst>
              </p:nvPr>
            </p:nvGraphicFramePr>
            <p:xfrm>
              <a:off x="5954461" y="1293327"/>
              <a:ext cx="5693276" cy="42713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56824">
                      <a:extLst>
                        <a:ext uri="{9D8B030D-6E8A-4147-A177-3AD203B41FA5}">
                          <a16:colId xmlns:a16="http://schemas.microsoft.com/office/drawing/2014/main" val="1707578016"/>
                        </a:ext>
                      </a:extLst>
                    </a:gridCol>
                    <a:gridCol w="2062577">
                      <a:extLst>
                        <a:ext uri="{9D8B030D-6E8A-4147-A177-3AD203B41FA5}">
                          <a16:colId xmlns:a16="http://schemas.microsoft.com/office/drawing/2014/main" val="1170488388"/>
                        </a:ext>
                      </a:extLst>
                    </a:gridCol>
                    <a:gridCol w="1367728">
                      <a:extLst>
                        <a:ext uri="{9D8B030D-6E8A-4147-A177-3AD203B41FA5}">
                          <a16:colId xmlns:a16="http://schemas.microsoft.com/office/drawing/2014/main" val="3334690560"/>
                        </a:ext>
                      </a:extLst>
                    </a:gridCol>
                    <a:gridCol w="1306147">
                      <a:extLst>
                        <a:ext uri="{9D8B030D-6E8A-4147-A177-3AD203B41FA5}">
                          <a16:colId xmlns:a16="http://schemas.microsoft.com/office/drawing/2014/main" val="1855038993"/>
                        </a:ext>
                      </a:extLst>
                    </a:gridCol>
                  </a:tblGrid>
                  <a:tr h="331633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Variables Added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96" marR="58296" marT="29148" marB="29148">
                        <a:blipFill>
                          <a:blip r:embed="rId4"/>
                          <a:stretch>
                            <a:fillRect l="-221875" t="-11111" r="-97768" b="-12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96" marR="58296" marT="29148" marB="29148">
                        <a:blipFill>
                          <a:blip r:embed="rId4"/>
                          <a:stretch>
                            <a:fillRect l="-335349" t="-11111" r="-1860" b="-120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5269213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1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Baseline (age, km, ps)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0.6104069 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0.6104022</a:t>
                          </a:r>
                        </a:p>
                      </a:txBody>
                      <a:tcPr marL="58296" marR="58296" marT="29148" marB="29148"/>
                    </a:tc>
                    <a:extLst>
                      <a:ext uri="{0D108BD9-81ED-4DB2-BD59-A6C34878D82A}">
                        <a16:rowId xmlns:a16="http://schemas.microsoft.com/office/drawing/2014/main" val="1310032902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2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+ gearbox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0.6113955 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0.6113894</a:t>
                          </a:r>
                        </a:p>
                      </a:txBody>
                      <a:tcPr marL="58296" marR="58296" marT="29148" marB="29148"/>
                    </a:tc>
                    <a:extLst>
                      <a:ext uri="{0D108BD9-81ED-4DB2-BD59-A6C34878D82A}">
                        <a16:rowId xmlns:a16="http://schemas.microsoft.com/office/drawing/2014/main" val="587954165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3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+ damage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0.6495532 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0.6495476</a:t>
                          </a:r>
                        </a:p>
                      </a:txBody>
                      <a:tcPr marL="58296" marR="58296" marT="29148" marB="29148"/>
                    </a:tc>
                    <a:extLst>
                      <a:ext uri="{0D108BD9-81ED-4DB2-BD59-A6C34878D82A}">
                        <a16:rowId xmlns:a16="http://schemas.microsoft.com/office/drawing/2014/main" val="865762786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3.5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+ 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gearbox, damage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0.6505630 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0.6505560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023031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 b="1"/>
                            <a:t>Model 4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1"/>
                            <a:t>+ fuel_type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0.6816394 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0.6816255</a:t>
                          </a:r>
                        </a:p>
                      </a:txBody>
                      <a:tcPr marL="58296" marR="58296" marT="29148" marB="29148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7169021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5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+ </a:t>
                          </a:r>
                          <a:r>
                            <a:rPr lang="en-US" sz="1600" dirty="0" err="1"/>
                            <a:t>vehicle_type</a:t>
                          </a:r>
                          <a:endParaRPr lang="en-US" sz="1600" dirty="0"/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0.6532132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0.6532049</a:t>
                          </a:r>
                        </a:p>
                      </a:txBody>
                      <a:tcPr marL="58296" marR="58296" marT="29148" marB="29148"/>
                    </a:tc>
                    <a:extLst>
                      <a:ext uri="{0D108BD9-81ED-4DB2-BD59-A6C34878D82A}">
                        <a16:rowId xmlns:a16="http://schemas.microsoft.com/office/drawing/2014/main" val="2600117574"/>
                      </a:ext>
                    </a:extLst>
                  </a:tr>
                  <a:tr h="562816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Model 6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+ brand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0.6747483 </a:t>
                          </a:r>
                        </a:p>
                      </a:txBody>
                      <a:tcPr marL="58296" marR="58296" marT="29148" marB="2914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0.6747290</a:t>
                          </a:r>
                        </a:p>
                      </a:txBody>
                      <a:tcPr marL="58296" marR="58296" marT="29148" marB="29148"/>
                    </a:tc>
                    <a:extLst>
                      <a:ext uri="{0D108BD9-81ED-4DB2-BD59-A6C34878D82A}">
                        <a16:rowId xmlns:a16="http://schemas.microsoft.com/office/drawing/2014/main" val="8155803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125099-450A-6298-E154-D17445CFF4EC}"/>
                  </a:ext>
                </a:extLst>
              </p:cNvPr>
              <p:cNvSpPr txBox="1"/>
              <p:nvPr/>
            </p:nvSpPr>
            <p:spPr>
              <a:xfrm>
                <a:off x="7261575" y="5657338"/>
                <a:ext cx="30838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>
                    <a:solidFill>
                      <a:schemeClr val="bg1">
                        <a:lumMod val="65000"/>
                      </a:schemeClr>
                    </a:solidFill>
                  </a:rPr>
                  <a:t>Table 2: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solidFill>
                      <a:schemeClr val="bg1">
                        <a:lumMod val="65000"/>
                      </a:schemeClr>
                    </a:solidFill>
                  </a:rPr>
                  <a:t>Table, data from R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125099-450A-6298-E154-D17445CFF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575" y="5657338"/>
                <a:ext cx="3083858" cy="369332"/>
              </a:xfrm>
              <a:prstGeom prst="rect">
                <a:avLst/>
              </a:prstGeom>
              <a:blipFill>
                <a:blip r:embed="rId5"/>
                <a:stretch>
                  <a:fillRect l="-1581" t="-6557" r="-988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921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323542-46E2-6736-89FE-11F6F207CC16}"/>
              </a:ext>
            </a:extLst>
          </p:cNvPr>
          <p:cNvSpPr/>
          <p:nvPr/>
        </p:nvSpPr>
        <p:spPr>
          <a:xfrm>
            <a:off x="522514" y="1690688"/>
            <a:ext cx="11090366" cy="3247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682A6-606C-F388-4F76-D96D7BFC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Model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9D1B512-314C-989A-6577-92540A38865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0" y="1690688"/>
                <a:ext cx="12192000" cy="32472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𝑝𝑟𝑖𝑐𝑒</m:t>
                              </m:r>
                            </m:e>
                          </m:d>
                        </m:e>
                      </m:func>
                      <m:r>
                        <a:rPr lang="en-US" sz="16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_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𝑎𝑔𝑒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𝑘𝑚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𝑝𝑠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𝑔𝑒𝑎𝑟𝑏𝑜𝑥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)+ 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𝑟𝑒𝑝𝑎𝑖𝑟𝑒𝑑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𝑑𝑎𝑚𝑎𝑔𝑒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)+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𝑓𝑢𝑒𝑙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9D1B512-314C-989A-6577-92540A3886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0" y="1690688"/>
                <a:ext cx="12192000" cy="324722"/>
              </a:xfr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EB1ABC-029C-D919-9A41-90864A437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4" y="2415484"/>
            <a:ext cx="5181600" cy="400651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Interpretation:</a:t>
            </a:r>
          </a:p>
          <a:p>
            <a:r>
              <a:rPr lang="en-US" dirty="0"/>
              <a:t>Older cars tend to have lower prices</a:t>
            </a:r>
          </a:p>
          <a:p>
            <a:r>
              <a:rPr lang="en-US" dirty="0"/>
              <a:t>Higher mileage decreases vehicle value</a:t>
            </a:r>
          </a:p>
          <a:p>
            <a:r>
              <a:rPr lang="en-US" dirty="0"/>
              <a:t>Greater engine power increases price</a:t>
            </a:r>
          </a:p>
          <a:p>
            <a:r>
              <a:rPr lang="en-US" dirty="0"/>
              <a:t>Vehicles with damage are significantly cheaper</a:t>
            </a:r>
          </a:p>
          <a:p>
            <a:r>
              <a:rPr lang="en-US" dirty="0"/>
              <a:t>Automatic vs manual transmission impacts price</a:t>
            </a:r>
          </a:p>
          <a:p>
            <a:r>
              <a:rPr lang="en-US" dirty="0"/>
              <a:t>Fuel type contributes additional explanatory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E7B383-F3D4-0E15-ADC4-7EA574DBB11A}"/>
                  </a:ext>
                </a:extLst>
              </p:cNvPr>
              <p:cNvSpPr txBox="1"/>
              <p:nvPr/>
            </p:nvSpPr>
            <p:spPr>
              <a:xfrm>
                <a:off x="838198" y="2415484"/>
                <a:ext cx="5181600" cy="393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7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</a:pPr>
                <a:r>
                  <a:rPr lang="en-US" sz="2400" b="1" dirty="0"/>
                  <a:t>Why Model 4?</a:t>
                </a:r>
              </a:p>
              <a:p>
                <a:pPr marL="342900" indent="-342900">
                  <a:lnSpc>
                    <a:spcPct val="7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Highest 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2400" dirty="0"/>
                  <a:t>(0.682) </a:t>
                </a:r>
              </a:p>
              <a:p>
                <a:pPr marL="342900" indent="-342900">
                  <a:lnSpc>
                    <a:spcPct val="7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Captures both </a:t>
                </a:r>
                <a:r>
                  <a:rPr lang="en-US" sz="2400" b="1" dirty="0"/>
                  <a:t>continuous</a:t>
                </a:r>
                <a:r>
                  <a:rPr lang="en-US" sz="2400" dirty="0"/>
                  <a:t> and </a:t>
                </a:r>
                <a:r>
                  <a:rPr lang="en-US" sz="2400" b="1" dirty="0"/>
                  <a:t>categorical</a:t>
                </a:r>
                <a:r>
                  <a:rPr lang="en-US" sz="2400" dirty="0"/>
                  <a:t> effects </a:t>
                </a:r>
              </a:p>
              <a:p>
                <a:pPr marL="342900" indent="-342900">
                  <a:lnSpc>
                    <a:spcPct val="7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Provides strong predictive performance </a:t>
                </a:r>
              </a:p>
              <a:p>
                <a:pPr marL="342900" indent="-342900">
                  <a:lnSpc>
                    <a:spcPct val="7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More complete representation of real-world pricing</a:t>
                </a:r>
              </a:p>
              <a:p>
                <a:pPr marL="342900" indent="-342900">
                  <a:lnSpc>
                    <a:spcPct val="7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>
                  <a:lnSpc>
                    <a:spcPct val="70000"/>
                  </a:lnSpc>
                  <a:spcBef>
                    <a:spcPts val="1000"/>
                  </a:spcBef>
                </a:pPr>
                <a:endParaRPr lang="en-US" sz="2400" dirty="0"/>
              </a:p>
              <a:p>
                <a:pPr algn="ctr"/>
                <a:r>
                  <a:rPr lang="en-US" sz="1600" i="1" dirty="0"/>
                  <a:t>Most predictors were statistically significant (p &lt; 0.001), with a few exceptions in minor fuel categories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E7B383-F3D4-0E15-ADC4-7EA574DBB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2415484"/>
                <a:ext cx="5181600" cy="3939540"/>
              </a:xfrm>
              <a:prstGeom prst="rect">
                <a:avLst/>
              </a:prstGeom>
              <a:blipFill>
                <a:blip r:embed="rId4"/>
                <a:stretch>
                  <a:fillRect l="-1765" t="-3406" b="-1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997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ABE1108-6423-4E53-85A1-817683043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50B16-AAD0-917D-38C5-EBF2EA55F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366" y="543070"/>
            <a:ext cx="6870954" cy="16756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Diagnostics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7A21672-2018-AC79-99B0-7FCCC4D667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7146"/>
          <a:stretch>
            <a:fillRect/>
          </a:stretch>
        </p:blipFill>
        <p:spPr>
          <a:xfrm>
            <a:off x="161643" y="54375"/>
            <a:ext cx="4187091" cy="2164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986A5D-E2B2-5CF1-28E6-2755CE7EB1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9" r="5" b="1136"/>
          <a:stretch>
            <a:fillRect/>
          </a:stretch>
        </p:blipFill>
        <p:spPr>
          <a:xfrm>
            <a:off x="161643" y="2346840"/>
            <a:ext cx="4187091" cy="2164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413C57-36A2-8C7D-1618-153AD8C956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7146"/>
          <a:stretch>
            <a:fillRect/>
          </a:stretch>
        </p:blipFill>
        <p:spPr>
          <a:xfrm>
            <a:off x="124205" y="4602420"/>
            <a:ext cx="4187091" cy="2164321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3D0266-4132-0E05-A038-02860C63F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3366" y="2399720"/>
            <a:ext cx="6870954" cy="3736507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Residual Patterns:</a:t>
            </a:r>
            <a:endParaRPr lang="en-US" sz="2000" dirty="0"/>
          </a:p>
          <a:p>
            <a:r>
              <a:rPr lang="en-US" sz="2000" dirty="0"/>
              <a:t>Residuals are centered around zero </a:t>
            </a:r>
          </a:p>
          <a:p>
            <a:r>
              <a:rPr lang="en-US" sz="2000" dirty="0"/>
              <a:t>The spread changes slightly across fitted values</a:t>
            </a:r>
          </a:p>
          <a:p>
            <a:pPr marL="0" indent="0">
              <a:buNone/>
            </a:pPr>
            <a:r>
              <a:rPr lang="en-US" sz="2000" b="1" dirty="0"/>
              <a:t>Normality:</a:t>
            </a:r>
            <a:endParaRPr lang="en-US" sz="2000" dirty="0"/>
          </a:p>
          <a:p>
            <a:r>
              <a:rPr lang="en-US" sz="2000" dirty="0"/>
              <a:t>Residuals are approximately normal </a:t>
            </a:r>
          </a:p>
          <a:p>
            <a:r>
              <a:rPr lang="en-US" sz="2000" dirty="0"/>
              <a:t>Slight deviations in extreme values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Conclusion:</a:t>
            </a:r>
          </a:p>
          <a:p>
            <a:r>
              <a:rPr lang="en-US" sz="2000" dirty="0"/>
              <a:t>Model assumptions are reasonably satisfied</a:t>
            </a:r>
          </a:p>
          <a:p>
            <a:r>
              <a:rPr lang="en-US" sz="2000" dirty="0"/>
              <a:t>Minor patterns are expected with large real-world data</a:t>
            </a:r>
          </a:p>
          <a:p>
            <a:r>
              <a:rPr lang="en-US" sz="2000" dirty="0"/>
              <a:t>Model still remains appropriate for analysis</a:t>
            </a:r>
          </a:p>
        </p:txBody>
      </p:sp>
    </p:spTree>
    <p:extLst>
      <p:ext uri="{BB962C8B-B14F-4D97-AF65-F5344CB8AC3E}">
        <p14:creationId xmlns:p14="http://schemas.microsoft.com/office/powerpoint/2010/main" val="185217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00F3-2623-98E2-563D-30B545CB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Conclusive Interpretations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FAF79E2-B82D-4DBF-71FA-BAF48ECF1D9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03679833"/>
              </p:ext>
            </p:extLst>
          </p:nvPr>
        </p:nvGraphicFramePr>
        <p:xfrm>
          <a:off x="838200" y="1690688"/>
          <a:ext cx="6225074" cy="4802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C3D355-86C7-B0E1-8858-5A718B7EE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71317" y="1690688"/>
            <a:ext cx="4287795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Takeaways:</a:t>
            </a:r>
          </a:p>
          <a:p>
            <a:r>
              <a:rPr lang="en-US" sz="2400" dirty="0"/>
              <a:t>Out of the variables tested in our model: vehicle age, mileage, and damage have the largest </a:t>
            </a:r>
            <a:r>
              <a:rPr lang="en-US" sz="2400" b="1" dirty="0"/>
              <a:t>negative</a:t>
            </a:r>
            <a:r>
              <a:rPr lang="en-US" sz="2400" dirty="0"/>
              <a:t> impact on price</a:t>
            </a:r>
          </a:p>
          <a:p>
            <a:r>
              <a:rPr lang="en-US" sz="2400" dirty="0"/>
              <a:t>Engine power and fuel type contribute </a:t>
            </a:r>
            <a:r>
              <a:rPr lang="en-US" sz="2400" b="1" dirty="0"/>
              <a:t>positive</a:t>
            </a:r>
            <a:r>
              <a:rPr lang="en-US" sz="2400" dirty="0"/>
              <a:t> value differences</a:t>
            </a:r>
          </a:p>
          <a:p>
            <a:r>
              <a:rPr lang="en-US" sz="2400" dirty="0"/>
              <a:t>Damage status is one of the strongest predictors of price</a:t>
            </a:r>
          </a:p>
        </p:txBody>
      </p:sp>
    </p:spTree>
    <p:extLst>
      <p:ext uri="{BB962C8B-B14F-4D97-AF65-F5344CB8AC3E}">
        <p14:creationId xmlns:p14="http://schemas.microsoft.com/office/powerpoint/2010/main" val="389663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6534</TotalTime>
  <Words>2406</Words>
  <Application>Microsoft Office PowerPoint</Application>
  <PresentationFormat>Widescreen</PresentationFormat>
  <Paragraphs>368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Wingdings</vt:lpstr>
      <vt:lpstr>Office Theme</vt:lpstr>
      <vt:lpstr>Used Cars - Uncovering Factors That Affect Used Car Prices </vt:lpstr>
      <vt:lpstr>Introduction / Purpose</vt:lpstr>
      <vt:lpstr>Why Multiple Linear Regression?</vt:lpstr>
      <vt:lpstr>Dataset Overview</vt:lpstr>
      <vt:lpstr>Data Cleaning Process</vt:lpstr>
      <vt:lpstr>Data Cleaning Pipeline</vt:lpstr>
      <vt:lpstr>Price Distribution &amp; Log Transformation</vt:lpstr>
      <vt:lpstr>Exploratory Data Analysis (EDA) - Continuous Variables</vt:lpstr>
      <vt:lpstr>Exploratory Data Analysis (EDA) - Categorical Variables</vt:lpstr>
      <vt:lpstr>Correlation Analysis</vt:lpstr>
      <vt:lpstr>Model Development</vt:lpstr>
      <vt:lpstr>Model Comparison</vt:lpstr>
      <vt:lpstr>Final Model Selection</vt:lpstr>
      <vt:lpstr>Model Diagnostics </vt:lpstr>
      <vt:lpstr>Conclusive Interpretations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Rader, Aiden P</dc:creator>
  <cp:lastModifiedBy>Rader, Aiden P</cp:lastModifiedBy>
  <cp:revision>1</cp:revision>
  <dcterms:created xsi:type="dcterms:W3CDTF">2026-04-16T13:57:23Z</dcterms:created>
  <dcterms:modified xsi:type="dcterms:W3CDTF">2026-04-21T03:03:06Z</dcterms:modified>
</cp:coreProperties>
</file>